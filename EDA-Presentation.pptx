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2"/>
  </p:notesMasterIdLst>
  <p:sldIdLst>
    <p:sldId id="256" r:id="rId2"/>
    <p:sldId id="261" r:id="rId3"/>
    <p:sldId id="258" r:id="rId4"/>
    <p:sldId id="260" r:id="rId5"/>
    <p:sldId id="326" r:id="rId6"/>
    <p:sldId id="327" r:id="rId7"/>
    <p:sldId id="328" r:id="rId8"/>
    <p:sldId id="329" r:id="rId9"/>
    <p:sldId id="333" r:id="rId10"/>
    <p:sldId id="341" r:id="rId11"/>
    <p:sldId id="330" r:id="rId12"/>
    <p:sldId id="342" r:id="rId13"/>
    <p:sldId id="343" r:id="rId14"/>
    <p:sldId id="331" r:id="rId15"/>
    <p:sldId id="344" r:id="rId16"/>
    <p:sldId id="345" r:id="rId17"/>
    <p:sldId id="332" r:id="rId18"/>
    <p:sldId id="346" r:id="rId19"/>
    <p:sldId id="347" r:id="rId20"/>
    <p:sldId id="305" r:id="rId21"/>
  </p:sldIdLst>
  <p:sldSz cx="9144000" cy="5143500" type="screen16x9"/>
  <p:notesSz cx="6858000" cy="9144000"/>
  <p:embeddedFontLst>
    <p:embeddedFont>
      <p:font typeface="Be Vietnam Pro" panose="020B0604020202020204" charset="0"/>
      <p:regular r:id="rId23"/>
      <p:bold r:id="rId24"/>
      <p:italic r:id="rId25"/>
      <p:boldItalic r:id="rId26"/>
    </p:embeddedFont>
    <p:embeddedFont>
      <p:font typeface="Be Vietnam Pro Black" panose="020B0604020202020204" charset="0"/>
      <p:bold r:id="rId27"/>
      <p:boldItalic r:id="rId28"/>
    </p:embeddedFont>
    <p:embeddedFont>
      <p:font typeface="Bebas Neue" panose="020B0606020202050201" pitchFamily="34" charset="0"/>
      <p:regular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899">
          <p15:clr>
            <a:srgbClr val="9AA0A6"/>
          </p15:clr>
        </p15:guide>
        <p15:guide id="4" pos="531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B3D62C-8CBF-4AD5-A3FE-7C80554D1404}">
  <a:tblStyle styleId="{78B3D62C-8CBF-4AD5-A3FE-7C80554D14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48" y="-220"/>
      </p:cViewPr>
      <p:guideLst>
        <p:guide orient="horz" pos="1620"/>
        <p:guide pos="2880"/>
        <p:guide orient="horz" pos="2899"/>
        <p:guide pos="53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04850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157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5894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59e3d1143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59e3d1143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9251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59e3d1143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59e3d1143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14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122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59e3d1143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59e3d1143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466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904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59e3d1143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59e3d1143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993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49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895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59e3d1143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59e3d1143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858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278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323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59e3d1143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59e3d1143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51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77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554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59e3d1143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59e3d1143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572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421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59e3d11431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59e3d11431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642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6" name="Google Shape;3566;g18de1571d6c_0_7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7" name="Google Shape;3567;g18de1571d6c_0_7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109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3127" y="595"/>
            <a:ext cx="9250277" cy="5949951"/>
            <a:chOff x="-53127" y="595"/>
            <a:chExt cx="9250277" cy="5949951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53127" y="4374800"/>
              <a:ext cx="9250254" cy="1575746"/>
              <a:chOff x="-53127" y="4374800"/>
              <a:chExt cx="9250254" cy="1575746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-47325" y="4374813"/>
                <a:ext cx="9238649" cy="1575733"/>
              </a:xfrm>
              <a:custGeom>
                <a:avLst/>
                <a:gdLst/>
                <a:ahLst/>
                <a:cxnLst/>
                <a:rect l="l" t="t" r="r" b="b"/>
                <a:pathLst>
                  <a:path w="74209" h="12657" extrusionOk="0">
                    <a:moveTo>
                      <a:pt x="1" y="0"/>
                    </a:moveTo>
                    <a:lnTo>
                      <a:pt x="1" y="12656"/>
                    </a:lnTo>
                    <a:lnTo>
                      <a:pt x="74208" y="12656"/>
                    </a:lnTo>
                    <a:lnTo>
                      <a:pt x="74208" y="0"/>
                    </a:lnTo>
                    <a:close/>
                  </a:path>
                </a:pathLst>
              </a:custGeom>
              <a:solidFill>
                <a:srgbClr val="AA8C74">
                  <a:alpha val="511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-53114" y="497102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-53114" y="4877525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-53114" y="4784154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53114" y="4714934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-53114" y="4646586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-53114" y="457749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-53114" y="4545496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-53114" y="4514123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-53114" y="5095392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-53114" y="5267942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-53114" y="5453938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-53114" y="570106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-53127" y="4374800"/>
                <a:ext cx="9250254" cy="127249"/>
              </a:xfrm>
              <a:custGeom>
                <a:avLst/>
                <a:gdLst/>
                <a:ahLst/>
                <a:cxnLst/>
                <a:rect l="l" t="t" r="r" b="b"/>
                <a:pathLst>
                  <a:path w="29611" h="1022" extrusionOk="0">
                    <a:moveTo>
                      <a:pt x="0" y="1"/>
                    </a:moveTo>
                    <a:lnTo>
                      <a:pt x="0" y="1022"/>
                    </a:lnTo>
                    <a:lnTo>
                      <a:pt x="29610" y="1022"/>
                    </a:lnTo>
                    <a:lnTo>
                      <a:pt x="29610" y="1"/>
                    </a:lnTo>
                    <a:close/>
                  </a:path>
                </a:pathLst>
              </a:custGeom>
              <a:solidFill>
                <a:srgbClr val="AA8C74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>
              <a:off x="8686800" y="595"/>
              <a:ext cx="510350" cy="4374796"/>
            </a:xfrm>
            <a:custGeom>
              <a:avLst/>
              <a:gdLst/>
              <a:ahLst/>
              <a:cxnLst/>
              <a:rect l="l" t="t" r="r" b="b"/>
              <a:pathLst>
                <a:path w="29167" h="37814" extrusionOk="0">
                  <a:moveTo>
                    <a:pt x="1" y="0"/>
                  </a:moveTo>
                  <a:lnTo>
                    <a:pt x="1" y="37813"/>
                  </a:lnTo>
                  <a:lnTo>
                    <a:pt x="29167" y="37813"/>
                  </a:lnTo>
                  <a:lnTo>
                    <a:pt x="29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715150" y="526100"/>
            <a:ext cx="5519400" cy="17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715150" y="2232325"/>
            <a:ext cx="464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-53127" y="595"/>
            <a:ext cx="9250277" cy="5949951"/>
            <a:chOff x="-53127" y="595"/>
            <a:chExt cx="9250277" cy="5949951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-53127" y="4374800"/>
              <a:ext cx="9250254" cy="1575746"/>
              <a:chOff x="-53127" y="4374800"/>
              <a:chExt cx="9250254" cy="1575746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-47325" y="4374813"/>
                <a:ext cx="9238649" cy="1575733"/>
              </a:xfrm>
              <a:custGeom>
                <a:avLst/>
                <a:gdLst/>
                <a:ahLst/>
                <a:cxnLst/>
                <a:rect l="l" t="t" r="r" b="b"/>
                <a:pathLst>
                  <a:path w="74209" h="12657" extrusionOk="0">
                    <a:moveTo>
                      <a:pt x="1" y="0"/>
                    </a:moveTo>
                    <a:lnTo>
                      <a:pt x="1" y="12656"/>
                    </a:lnTo>
                    <a:lnTo>
                      <a:pt x="74208" y="12656"/>
                    </a:lnTo>
                    <a:lnTo>
                      <a:pt x="74208" y="0"/>
                    </a:lnTo>
                    <a:close/>
                  </a:path>
                </a:pathLst>
              </a:custGeom>
              <a:solidFill>
                <a:srgbClr val="AA8C74">
                  <a:alpha val="511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-53114" y="497102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-53114" y="4877525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-53114" y="4784154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-53114" y="4714934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-53114" y="4646586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-53114" y="457749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-53114" y="4545496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-53114" y="4514123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-53114" y="5095392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-53114" y="5267942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-53114" y="5453938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-53114" y="570106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-53127" y="4374800"/>
                <a:ext cx="9250254" cy="127249"/>
              </a:xfrm>
              <a:custGeom>
                <a:avLst/>
                <a:gdLst/>
                <a:ahLst/>
                <a:cxnLst/>
                <a:rect l="l" t="t" r="r" b="b"/>
                <a:pathLst>
                  <a:path w="29611" h="1022" extrusionOk="0">
                    <a:moveTo>
                      <a:pt x="0" y="1"/>
                    </a:moveTo>
                    <a:lnTo>
                      <a:pt x="0" y="1022"/>
                    </a:lnTo>
                    <a:lnTo>
                      <a:pt x="29610" y="1022"/>
                    </a:lnTo>
                    <a:lnTo>
                      <a:pt x="29610" y="1"/>
                    </a:lnTo>
                    <a:close/>
                  </a:path>
                </a:pathLst>
              </a:custGeom>
              <a:solidFill>
                <a:srgbClr val="AA8C74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3"/>
            <p:cNvSpPr/>
            <p:nvPr/>
          </p:nvSpPr>
          <p:spPr>
            <a:xfrm>
              <a:off x="8686800" y="595"/>
              <a:ext cx="510350" cy="4374796"/>
            </a:xfrm>
            <a:custGeom>
              <a:avLst/>
              <a:gdLst/>
              <a:ahLst/>
              <a:cxnLst/>
              <a:rect l="l" t="t" r="r" b="b"/>
              <a:pathLst>
                <a:path w="29167" h="37814" extrusionOk="0">
                  <a:moveTo>
                    <a:pt x="1" y="0"/>
                  </a:moveTo>
                  <a:lnTo>
                    <a:pt x="1" y="37813"/>
                  </a:lnTo>
                  <a:lnTo>
                    <a:pt x="29167" y="37813"/>
                  </a:lnTo>
                  <a:lnTo>
                    <a:pt x="29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 flipH="1">
            <a:off x="715100" y="1684550"/>
            <a:ext cx="3150900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91288" y="535000"/>
            <a:ext cx="1186200" cy="841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8" name="Google Shape;48;p3"/>
          <p:cNvSpPr txBox="1">
            <a:spLocks noGrp="1"/>
          </p:cNvSpPr>
          <p:nvPr>
            <p:ph type="subTitle" idx="1"/>
          </p:nvPr>
        </p:nvSpPr>
        <p:spPr>
          <a:xfrm flipH="1">
            <a:off x="715100" y="2749025"/>
            <a:ext cx="31509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1542025" y="1028100"/>
            <a:ext cx="60600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2538300" y="2395400"/>
            <a:ext cx="4067400" cy="14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" name="Google Shape;134;p9"/>
          <p:cNvGrpSpPr/>
          <p:nvPr/>
        </p:nvGrpSpPr>
        <p:grpSpPr>
          <a:xfrm>
            <a:off x="-53127" y="595"/>
            <a:ext cx="9250277" cy="5949951"/>
            <a:chOff x="-53127" y="595"/>
            <a:chExt cx="9250277" cy="5949951"/>
          </a:xfrm>
        </p:grpSpPr>
        <p:grpSp>
          <p:nvGrpSpPr>
            <p:cNvPr id="135" name="Google Shape;135;p9"/>
            <p:cNvGrpSpPr/>
            <p:nvPr/>
          </p:nvGrpSpPr>
          <p:grpSpPr>
            <a:xfrm>
              <a:off x="-53127" y="595"/>
              <a:ext cx="9250277" cy="5949951"/>
              <a:chOff x="-53127" y="595"/>
              <a:chExt cx="9250277" cy="5949951"/>
            </a:xfrm>
          </p:grpSpPr>
          <p:grpSp>
            <p:nvGrpSpPr>
              <p:cNvPr id="136" name="Google Shape;136;p9"/>
              <p:cNvGrpSpPr/>
              <p:nvPr/>
            </p:nvGrpSpPr>
            <p:grpSpPr>
              <a:xfrm>
                <a:off x="-53127" y="4374800"/>
                <a:ext cx="9250254" cy="1575746"/>
                <a:chOff x="-53127" y="4374800"/>
                <a:chExt cx="9250254" cy="1575746"/>
              </a:xfrm>
            </p:grpSpPr>
            <p:sp>
              <p:nvSpPr>
                <p:cNvPr id="137" name="Google Shape;137;p9"/>
                <p:cNvSpPr/>
                <p:nvPr/>
              </p:nvSpPr>
              <p:spPr>
                <a:xfrm>
                  <a:off x="-47325" y="4374813"/>
                  <a:ext cx="9238649" cy="1575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09" h="12657" extrusionOk="0">
                      <a:moveTo>
                        <a:pt x="1" y="0"/>
                      </a:moveTo>
                      <a:lnTo>
                        <a:pt x="1" y="12656"/>
                      </a:lnTo>
                      <a:lnTo>
                        <a:pt x="74208" y="12656"/>
                      </a:lnTo>
                      <a:lnTo>
                        <a:pt x="74208" y="0"/>
                      </a:lnTo>
                      <a:close/>
                    </a:path>
                  </a:pathLst>
                </a:custGeom>
                <a:solidFill>
                  <a:srgbClr val="AA8C74">
                    <a:alpha val="511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9"/>
                <p:cNvSpPr/>
                <p:nvPr/>
              </p:nvSpPr>
              <p:spPr>
                <a:xfrm>
                  <a:off x="-53114" y="4971021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-53114" y="4877525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9"/>
                <p:cNvSpPr/>
                <p:nvPr/>
              </p:nvSpPr>
              <p:spPr>
                <a:xfrm>
                  <a:off x="-53114" y="4784154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9"/>
                <p:cNvSpPr/>
                <p:nvPr/>
              </p:nvSpPr>
              <p:spPr>
                <a:xfrm>
                  <a:off x="-53114" y="4714934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9"/>
                <p:cNvSpPr/>
                <p:nvPr/>
              </p:nvSpPr>
              <p:spPr>
                <a:xfrm>
                  <a:off x="-53114" y="4646586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9"/>
                <p:cNvSpPr/>
                <p:nvPr/>
              </p:nvSpPr>
              <p:spPr>
                <a:xfrm>
                  <a:off x="-53114" y="4577491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9"/>
                <p:cNvSpPr/>
                <p:nvPr/>
              </p:nvSpPr>
              <p:spPr>
                <a:xfrm>
                  <a:off x="-53114" y="4545496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9"/>
                <p:cNvSpPr/>
                <p:nvPr/>
              </p:nvSpPr>
              <p:spPr>
                <a:xfrm>
                  <a:off x="-53114" y="4514123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9"/>
                <p:cNvSpPr/>
                <p:nvPr/>
              </p:nvSpPr>
              <p:spPr>
                <a:xfrm>
                  <a:off x="-53114" y="5095392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47;p9"/>
                <p:cNvSpPr/>
                <p:nvPr/>
              </p:nvSpPr>
              <p:spPr>
                <a:xfrm>
                  <a:off x="-53114" y="5267942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9"/>
                <p:cNvSpPr/>
                <p:nvPr/>
              </p:nvSpPr>
              <p:spPr>
                <a:xfrm>
                  <a:off x="-53114" y="5453938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9"/>
                <p:cNvSpPr/>
                <p:nvPr/>
              </p:nvSpPr>
              <p:spPr>
                <a:xfrm>
                  <a:off x="-53114" y="5701061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0;p9"/>
                <p:cNvSpPr/>
                <p:nvPr/>
              </p:nvSpPr>
              <p:spPr>
                <a:xfrm>
                  <a:off x="-53127" y="4374800"/>
                  <a:ext cx="9250254" cy="127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11" h="1022" extrusionOk="0">
                      <a:moveTo>
                        <a:pt x="0" y="1"/>
                      </a:moveTo>
                      <a:lnTo>
                        <a:pt x="0" y="1022"/>
                      </a:lnTo>
                      <a:lnTo>
                        <a:pt x="29610" y="1022"/>
                      </a:lnTo>
                      <a:lnTo>
                        <a:pt x="29610" y="1"/>
                      </a:lnTo>
                      <a:close/>
                    </a:path>
                  </a:pathLst>
                </a:custGeom>
                <a:solidFill>
                  <a:srgbClr val="AA8C74">
                    <a:alpha val="636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1" name="Google Shape;151;p9"/>
              <p:cNvSpPr/>
              <p:nvPr/>
            </p:nvSpPr>
            <p:spPr>
              <a:xfrm>
                <a:off x="8686800" y="595"/>
                <a:ext cx="510350" cy="4374796"/>
              </a:xfrm>
              <a:custGeom>
                <a:avLst/>
                <a:gdLst/>
                <a:ahLst/>
                <a:cxnLst/>
                <a:rect l="l" t="t" r="r" b="b"/>
                <a:pathLst>
                  <a:path w="29167" h="37814" extrusionOk="0">
                    <a:moveTo>
                      <a:pt x="1" y="0"/>
                    </a:moveTo>
                    <a:lnTo>
                      <a:pt x="1" y="37813"/>
                    </a:lnTo>
                    <a:lnTo>
                      <a:pt x="29167" y="37813"/>
                    </a:lnTo>
                    <a:lnTo>
                      <a:pt x="29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9"/>
            <p:cNvSpPr/>
            <p:nvPr/>
          </p:nvSpPr>
          <p:spPr>
            <a:xfrm>
              <a:off x="-53125" y="595"/>
              <a:ext cx="510350" cy="4374796"/>
            </a:xfrm>
            <a:custGeom>
              <a:avLst/>
              <a:gdLst/>
              <a:ahLst/>
              <a:cxnLst/>
              <a:rect l="l" t="t" r="r" b="b"/>
              <a:pathLst>
                <a:path w="29167" h="37814" extrusionOk="0">
                  <a:moveTo>
                    <a:pt x="1" y="0"/>
                  </a:moveTo>
                  <a:lnTo>
                    <a:pt x="1" y="37813"/>
                  </a:lnTo>
                  <a:lnTo>
                    <a:pt x="29167" y="37813"/>
                  </a:lnTo>
                  <a:lnTo>
                    <a:pt x="29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3"/>
          <p:cNvGrpSpPr/>
          <p:nvPr/>
        </p:nvGrpSpPr>
        <p:grpSpPr>
          <a:xfrm>
            <a:off x="-53127" y="0"/>
            <a:ext cx="9250277" cy="5188035"/>
            <a:chOff x="-53127" y="0"/>
            <a:chExt cx="9250277" cy="5188035"/>
          </a:xfrm>
        </p:grpSpPr>
        <p:sp>
          <p:nvSpPr>
            <p:cNvPr id="181" name="Google Shape;181;p13"/>
            <p:cNvSpPr/>
            <p:nvPr/>
          </p:nvSpPr>
          <p:spPr>
            <a:xfrm>
              <a:off x="8686800" y="0"/>
              <a:ext cx="510350" cy="4686100"/>
            </a:xfrm>
            <a:custGeom>
              <a:avLst/>
              <a:gdLst/>
              <a:ahLst/>
              <a:cxnLst/>
              <a:rect l="l" t="t" r="r" b="b"/>
              <a:pathLst>
                <a:path w="29167" h="37814" extrusionOk="0">
                  <a:moveTo>
                    <a:pt x="1" y="0"/>
                  </a:moveTo>
                  <a:lnTo>
                    <a:pt x="1" y="37813"/>
                  </a:lnTo>
                  <a:lnTo>
                    <a:pt x="29167" y="37813"/>
                  </a:lnTo>
                  <a:lnTo>
                    <a:pt x="29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13"/>
            <p:cNvGrpSpPr/>
            <p:nvPr/>
          </p:nvGrpSpPr>
          <p:grpSpPr>
            <a:xfrm>
              <a:off x="-53127" y="4685330"/>
              <a:ext cx="9250254" cy="502704"/>
              <a:chOff x="-53127" y="4685330"/>
              <a:chExt cx="9250254" cy="502704"/>
            </a:xfrm>
          </p:grpSpPr>
          <p:sp>
            <p:nvSpPr>
              <p:cNvPr id="183" name="Google Shape;183;p13"/>
              <p:cNvSpPr/>
              <p:nvPr/>
            </p:nvSpPr>
            <p:spPr>
              <a:xfrm>
                <a:off x="-47325" y="4685330"/>
                <a:ext cx="9238649" cy="502704"/>
              </a:xfrm>
              <a:custGeom>
                <a:avLst/>
                <a:gdLst/>
                <a:ahLst/>
                <a:cxnLst/>
                <a:rect l="l" t="t" r="r" b="b"/>
                <a:pathLst>
                  <a:path w="74209" h="12657" extrusionOk="0">
                    <a:moveTo>
                      <a:pt x="1" y="0"/>
                    </a:moveTo>
                    <a:lnTo>
                      <a:pt x="1" y="12656"/>
                    </a:lnTo>
                    <a:lnTo>
                      <a:pt x="74208" y="12656"/>
                    </a:lnTo>
                    <a:lnTo>
                      <a:pt x="74208" y="0"/>
                    </a:lnTo>
                    <a:close/>
                  </a:path>
                </a:pathLst>
              </a:custGeom>
              <a:solidFill>
                <a:srgbClr val="AA8C74">
                  <a:alpha val="511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-53114" y="5187400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-53114" y="5094029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-53114" y="5024809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-53114" y="495646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-53114" y="4887366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-53114" y="4855371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1"/>
                    </a:moveTo>
                    <a:lnTo>
                      <a:pt x="74302" y="1"/>
                    </a:lnTo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-53114" y="4823998"/>
                <a:ext cx="9250227" cy="124"/>
              </a:xfrm>
              <a:custGeom>
                <a:avLst/>
                <a:gdLst/>
                <a:ahLst/>
                <a:cxnLst/>
                <a:rect l="l" t="t" r="r" b="b"/>
                <a:pathLst>
                  <a:path w="74302" h="1" fill="none" extrusionOk="0">
                    <a:moveTo>
                      <a:pt x="1" y="0"/>
                    </a:moveTo>
                    <a:lnTo>
                      <a:pt x="74302" y="0"/>
                    </a:lnTo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-53127" y="4685550"/>
                <a:ext cx="9250254" cy="127249"/>
              </a:xfrm>
              <a:custGeom>
                <a:avLst/>
                <a:gdLst/>
                <a:ahLst/>
                <a:cxnLst/>
                <a:rect l="l" t="t" r="r" b="b"/>
                <a:pathLst>
                  <a:path w="29611" h="1022" extrusionOk="0">
                    <a:moveTo>
                      <a:pt x="0" y="1"/>
                    </a:moveTo>
                    <a:lnTo>
                      <a:pt x="0" y="1022"/>
                    </a:lnTo>
                    <a:lnTo>
                      <a:pt x="29610" y="1022"/>
                    </a:lnTo>
                    <a:lnTo>
                      <a:pt x="29610" y="1"/>
                    </a:lnTo>
                    <a:close/>
                  </a:path>
                </a:pathLst>
              </a:custGeom>
              <a:solidFill>
                <a:srgbClr val="AA8C74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2" name="Google Shape;192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517425"/>
            <a:ext cx="8082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"/>
          </p:nvPr>
        </p:nvSpPr>
        <p:spPr>
          <a:xfrm>
            <a:off x="1600400" y="2077505"/>
            <a:ext cx="2174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2" hasCustomPrompt="1"/>
          </p:nvPr>
        </p:nvSpPr>
        <p:spPr>
          <a:xfrm>
            <a:off x="4267275" y="1517425"/>
            <a:ext cx="8082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3"/>
          </p:nvPr>
        </p:nvSpPr>
        <p:spPr>
          <a:xfrm>
            <a:off x="5152500" y="2077510"/>
            <a:ext cx="2178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3043500"/>
            <a:ext cx="8082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5"/>
          </p:nvPr>
        </p:nvSpPr>
        <p:spPr>
          <a:xfrm>
            <a:off x="1600400" y="3601050"/>
            <a:ext cx="2178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title" idx="6" hasCustomPrompt="1"/>
          </p:nvPr>
        </p:nvSpPr>
        <p:spPr>
          <a:xfrm>
            <a:off x="4267275" y="3043500"/>
            <a:ext cx="8082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7"/>
          </p:nvPr>
        </p:nvSpPr>
        <p:spPr>
          <a:xfrm>
            <a:off x="5152500" y="3601038"/>
            <a:ext cx="2178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9"/>
          </p:nvPr>
        </p:nvSpPr>
        <p:spPr>
          <a:xfrm>
            <a:off x="1600400" y="1518950"/>
            <a:ext cx="2174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13"/>
          </p:nvPr>
        </p:nvSpPr>
        <p:spPr>
          <a:xfrm>
            <a:off x="5152500" y="1518950"/>
            <a:ext cx="21786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14"/>
          </p:nvPr>
        </p:nvSpPr>
        <p:spPr>
          <a:xfrm>
            <a:off x="1600400" y="3043500"/>
            <a:ext cx="21786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subTitle" idx="15"/>
          </p:nvPr>
        </p:nvSpPr>
        <p:spPr>
          <a:xfrm>
            <a:off x="5152500" y="3043498"/>
            <a:ext cx="21786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9"/>
          <p:cNvSpPr txBox="1">
            <a:spLocks noGrp="1"/>
          </p:cNvSpPr>
          <p:nvPr>
            <p:ph type="ctrTitle"/>
          </p:nvPr>
        </p:nvSpPr>
        <p:spPr>
          <a:xfrm>
            <a:off x="1658675" y="535000"/>
            <a:ext cx="5826300" cy="13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1" name="Google Shape;721;p39"/>
          <p:cNvSpPr txBox="1">
            <a:spLocks noGrp="1"/>
          </p:cNvSpPr>
          <p:nvPr>
            <p:ph type="subTitle" idx="1"/>
          </p:nvPr>
        </p:nvSpPr>
        <p:spPr>
          <a:xfrm>
            <a:off x="1652050" y="1508200"/>
            <a:ext cx="5840100" cy="10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722" name="Google Shape;722;p39"/>
          <p:cNvGrpSpPr/>
          <p:nvPr/>
        </p:nvGrpSpPr>
        <p:grpSpPr>
          <a:xfrm>
            <a:off x="-53127" y="4685330"/>
            <a:ext cx="9250254" cy="502704"/>
            <a:chOff x="-53127" y="4685330"/>
            <a:chExt cx="9250254" cy="502704"/>
          </a:xfrm>
        </p:grpSpPr>
        <p:sp>
          <p:nvSpPr>
            <p:cNvPr id="723" name="Google Shape;723;p39"/>
            <p:cNvSpPr/>
            <p:nvPr/>
          </p:nvSpPr>
          <p:spPr>
            <a:xfrm>
              <a:off x="-47325" y="4685330"/>
              <a:ext cx="9238649" cy="502704"/>
            </a:xfrm>
            <a:custGeom>
              <a:avLst/>
              <a:gdLst/>
              <a:ahLst/>
              <a:cxnLst/>
              <a:rect l="l" t="t" r="r" b="b"/>
              <a:pathLst>
                <a:path w="74209" h="12657" extrusionOk="0">
                  <a:moveTo>
                    <a:pt x="1" y="0"/>
                  </a:moveTo>
                  <a:lnTo>
                    <a:pt x="1" y="12656"/>
                  </a:lnTo>
                  <a:lnTo>
                    <a:pt x="74208" y="12656"/>
                  </a:lnTo>
                  <a:lnTo>
                    <a:pt x="74208" y="0"/>
                  </a:lnTo>
                  <a:close/>
                </a:path>
              </a:pathLst>
            </a:custGeom>
            <a:solidFill>
              <a:srgbClr val="AA8C74">
                <a:alpha val="51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-53114" y="5187400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1"/>
                  </a:moveTo>
                  <a:lnTo>
                    <a:pt x="74302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-53114" y="5094029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-53114" y="5024809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-53114" y="4956461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1"/>
                  </a:moveTo>
                  <a:lnTo>
                    <a:pt x="74302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-53114" y="4887366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-53114" y="4855371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1"/>
                  </a:moveTo>
                  <a:lnTo>
                    <a:pt x="74302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-53114" y="4823998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-53127" y="4685550"/>
              <a:ext cx="9250254" cy="127249"/>
            </a:xfrm>
            <a:custGeom>
              <a:avLst/>
              <a:gdLst/>
              <a:ahLst/>
              <a:cxnLst/>
              <a:rect l="l" t="t" r="r" b="b"/>
              <a:pathLst>
                <a:path w="29611" h="1022" extrusionOk="0">
                  <a:moveTo>
                    <a:pt x="0" y="1"/>
                  </a:moveTo>
                  <a:lnTo>
                    <a:pt x="0" y="1022"/>
                  </a:lnTo>
                  <a:lnTo>
                    <a:pt x="29610" y="1022"/>
                  </a:lnTo>
                  <a:lnTo>
                    <a:pt x="29610" y="1"/>
                  </a:lnTo>
                  <a:close/>
                </a:path>
              </a:pathLst>
            </a:custGeom>
            <a:solidFill>
              <a:srgbClr val="AA8C74">
                <a:alpha val="63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2" name="Google Shape;732;p39"/>
          <p:cNvSpPr txBox="1"/>
          <p:nvPr/>
        </p:nvSpPr>
        <p:spPr>
          <a:xfrm flipH="1">
            <a:off x="2602500" y="3654200"/>
            <a:ext cx="39390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40"/>
          <p:cNvGrpSpPr/>
          <p:nvPr/>
        </p:nvGrpSpPr>
        <p:grpSpPr>
          <a:xfrm>
            <a:off x="-53127" y="4685330"/>
            <a:ext cx="9250254" cy="502704"/>
            <a:chOff x="-53127" y="4685330"/>
            <a:chExt cx="9250254" cy="502704"/>
          </a:xfrm>
        </p:grpSpPr>
        <p:sp>
          <p:nvSpPr>
            <p:cNvPr id="735" name="Google Shape;735;p40"/>
            <p:cNvSpPr/>
            <p:nvPr/>
          </p:nvSpPr>
          <p:spPr>
            <a:xfrm>
              <a:off x="-47325" y="4685330"/>
              <a:ext cx="9238649" cy="502704"/>
            </a:xfrm>
            <a:custGeom>
              <a:avLst/>
              <a:gdLst/>
              <a:ahLst/>
              <a:cxnLst/>
              <a:rect l="l" t="t" r="r" b="b"/>
              <a:pathLst>
                <a:path w="74209" h="12657" extrusionOk="0">
                  <a:moveTo>
                    <a:pt x="1" y="0"/>
                  </a:moveTo>
                  <a:lnTo>
                    <a:pt x="1" y="12656"/>
                  </a:lnTo>
                  <a:lnTo>
                    <a:pt x="74208" y="12656"/>
                  </a:lnTo>
                  <a:lnTo>
                    <a:pt x="74208" y="0"/>
                  </a:lnTo>
                  <a:close/>
                </a:path>
              </a:pathLst>
            </a:custGeom>
            <a:solidFill>
              <a:srgbClr val="AA8C74">
                <a:alpha val="51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-53114" y="5187400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1"/>
                  </a:moveTo>
                  <a:lnTo>
                    <a:pt x="74302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-53114" y="5094029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-53114" y="5024809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-53114" y="4956461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1"/>
                  </a:moveTo>
                  <a:lnTo>
                    <a:pt x="74302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-53114" y="4887366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-53114" y="4855371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1"/>
                  </a:moveTo>
                  <a:lnTo>
                    <a:pt x="74302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-53114" y="4823998"/>
              <a:ext cx="9250227" cy="124"/>
            </a:xfrm>
            <a:custGeom>
              <a:avLst/>
              <a:gdLst/>
              <a:ahLst/>
              <a:cxnLst/>
              <a:rect l="l" t="t" r="r" b="b"/>
              <a:pathLst>
                <a:path w="74302" h="1" fill="none" extrusionOk="0">
                  <a:moveTo>
                    <a:pt x="1" y="0"/>
                  </a:moveTo>
                  <a:lnTo>
                    <a:pt x="74302" y="0"/>
                  </a:ln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-53127" y="4685550"/>
              <a:ext cx="9250254" cy="127249"/>
            </a:xfrm>
            <a:custGeom>
              <a:avLst/>
              <a:gdLst/>
              <a:ahLst/>
              <a:cxnLst/>
              <a:rect l="l" t="t" r="r" b="b"/>
              <a:pathLst>
                <a:path w="29611" h="1022" extrusionOk="0">
                  <a:moveTo>
                    <a:pt x="0" y="1"/>
                  </a:moveTo>
                  <a:lnTo>
                    <a:pt x="0" y="1022"/>
                  </a:lnTo>
                  <a:lnTo>
                    <a:pt x="29610" y="1022"/>
                  </a:lnTo>
                  <a:lnTo>
                    <a:pt x="29610" y="1"/>
                  </a:lnTo>
                  <a:close/>
                </a:path>
              </a:pathLst>
            </a:custGeom>
            <a:solidFill>
              <a:srgbClr val="AA8C74">
                <a:alpha val="63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41"/>
          <p:cNvGrpSpPr/>
          <p:nvPr/>
        </p:nvGrpSpPr>
        <p:grpSpPr>
          <a:xfrm>
            <a:off x="-53127" y="595"/>
            <a:ext cx="9250277" cy="5949951"/>
            <a:chOff x="-53127" y="595"/>
            <a:chExt cx="9250277" cy="5949951"/>
          </a:xfrm>
        </p:grpSpPr>
        <p:grpSp>
          <p:nvGrpSpPr>
            <p:cNvPr id="746" name="Google Shape;746;p41"/>
            <p:cNvGrpSpPr/>
            <p:nvPr/>
          </p:nvGrpSpPr>
          <p:grpSpPr>
            <a:xfrm>
              <a:off x="-53127" y="595"/>
              <a:ext cx="9250277" cy="5949951"/>
              <a:chOff x="-53127" y="595"/>
              <a:chExt cx="9250277" cy="5949951"/>
            </a:xfrm>
          </p:grpSpPr>
          <p:grpSp>
            <p:nvGrpSpPr>
              <p:cNvPr id="747" name="Google Shape;747;p41"/>
              <p:cNvGrpSpPr/>
              <p:nvPr/>
            </p:nvGrpSpPr>
            <p:grpSpPr>
              <a:xfrm>
                <a:off x="-53127" y="4374800"/>
                <a:ext cx="9250254" cy="1575746"/>
                <a:chOff x="-53127" y="4374800"/>
                <a:chExt cx="9250254" cy="1575746"/>
              </a:xfrm>
            </p:grpSpPr>
            <p:sp>
              <p:nvSpPr>
                <p:cNvPr id="748" name="Google Shape;748;p41"/>
                <p:cNvSpPr/>
                <p:nvPr/>
              </p:nvSpPr>
              <p:spPr>
                <a:xfrm>
                  <a:off x="-47325" y="4374813"/>
                  <a:ext cx="9238649" cy="1575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09" h="12657" extrusionOk="0">
                      <a:moveTo>
                        <a:pt x="1" y="0"/>
                      </a:moveTo>
                      <a:lnTo>
                        <a:pt x="1" y="12656"/>
                      </a:lnTo>
                      <a:lnTo>
                        <a:pt x="74208" y="12656"/>
                      </a:lnTo>
                      <a:lnTo>
                        <a:pt x="74208" y="0"/>
                      </a:lnTo>
                      <a:close/>
                    </a:path>
                  </a:pathLst>
                </a:custGeom>
                <a:solidFill>
                  <a:srgbClr val="AA8C74">
                    <a:alpha val="511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749;p41"/>
                <p:cNvSpPr/>
                <p:nvPr/>
              </p:nvSpPr>
              <p:spPr>
                <a:xfrm>
                  <a:off x="-53114" y="4971021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41"/>
                <p:cNvSpPr/>
                <p:nvPr/>
              </p:nvSpPr>
              <p:spPr>
                <a:xfrm>
                  <a:off x="-53114" y="4877525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41"/>
                <p:cNvSpPr/>
                <p:nvPr/>
              </p:nvSpPr>
              <p:spPr>
                <a:xfrm>
                  <a:off x="-53114" y="4784154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41"/>
                <p:cNvSpPr/>
                <p:nvPr/>
              </p:nvSpPr>
              <p:spPr>
                <a:xfrm>
                  <a:off x="-53114" y="4714934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41"/>
                <p:cNvSpPr/>
                <p:nvPr/>
              </p:nvSpPr>
              <p:spPr>
                <a:xfrm>
                  <a:off x="-53114" y="4646586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41"/>
                <p:cNvSpPr/>
                <p:nvPr/>
              </p:nvSpPr>
              <p:spPr>
                <a:xfrm>
                  <a:off x="-53114" y="4577491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41"/>
                <p:cNvSpPr/>
                <p:nvPr/>
              </p:nvSpPr>
              <p:spPr>
                <a:xfrm>
                  <a:off x="-53114" y="4545496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41"/>
                <p:cNvSpPr/>
                <p:nvPr/>
              </p:nvSpPr>
              <p:spPr>
                <a:xfrm>
                  <a:off x="-53114" y="4514123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0"/>
                      </a:moveTo>
                      <a:lnTo>
                        <a:pt x="74302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41"/>
                <p:cNvSpPr/>
                <p:nvPr/>
              </p:nvSpPr>
              <p:spPr>
                <a:xfrm>
                  <a:off x="-53114" y="5095392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41"/>
                <p:cNvSpPr/>
                <p:nvPr/>
              </p:nvSpPr>
              <p:spPr>
                <a:xfrm>
                  <a:off x="-53114" y="5267942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41"/>
                <p:cNvSpPr/>
                <p:nvPr/>
              </p:nvSpPr>
              <p:spPr>
                <a:xfrm>
                  <a:off x="-53114" y="5453938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41"/>
                <p:cNvSpPr/>
                <p:nvPr/>
              </p:nvSpPr>
              <p:spPr>
                <a:xfrm>
                  <a:off x="-53114" y="5701061"/>
                  <a:ext cx="9250227" cy="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2" h="1" fill="none" extrusionOk="0">
                      <a:moveTo>
                        <a:pt x="1" y="1"/>
                      </a:moveTo>
                      <a:lnTo>
                        <a:pt x="74302" y="1"/>
                      </a:lnTo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accent5"/>
                  </a:solidFill>
                  <a:prstDash val="solid"/>
                  <a:miter lim="360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1" name="Google Shape;761;p41"/>
                <p:cNvSpPr/>
                <p:nvPr/>
              </p:nvSpPr>
              <p:spPr>
                <a:xfrm>
                  <a:off x="-53127" y="4374800"/>
                  <a:ext cx="9250254" cy="127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11" h="1022" extrusionOk="0">
                      <a:moveTo>
                        <a:pt x="0" y="1"/>
                      </a:moveTo>
                      <a:lnTo>
                        <a:pt x="0" y="1022"/>
                      </a:lnTo>
                      <a:lnTo>
                        <a:pt x="29610" y="1022"/>
                      </a:lnTo>
                      <a:lnTo>
                        <a:pt x="29610" y="1"/>
                      </a:lnTo>
                      <a:close/>
                    </a:path>
                  </a:pathLst>
                </a:custGeom>
                <a:solidFill>
                  <a:srgbClr val="AA8C74">
                    <a:alpha val="636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62" name="Google Shape;762;p41"/>
              <p:cNvSpPr/>
              <p:nvPr/>
            </p:nvSpPr>
            <p:spPr>
              <a:xfrm>
                <a:off x="8686800" y="595"/>
                <a:ext cx="510350" cy="4374796"/>
              </a:xfrm>
              <a:custGeom>
                <a:avLst/>
                <a:gdLst/>
                <a:ahLst/>
                <a:cxnLst/>
                <a:rect l="l" t="t" r="r" b="b"/>
                <a:pathLst>
                  <a:path w="29167" h="37814" extrusionOk="0">
                    <a:moveTo>
                      <a:pt x="1" y="0"/>
                    </a:moveTo>
                    <a:lnTo>
                      <a:pt x="1" y="37813"/>
                    </a:lnTo>
                    <a:lnTo>
                      <a:pt x="29167" y="37813"/>
                    </a:lnTo>
                    <a:lnTo>
                      <a:pt x="29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3" name="Google Shape;763;p41"/>
            <p:cNvSpPr/>
            <p:nvPr/>
          </p:nvSpPr>
          <p:spPr>
            <a:xfrm>
              <a:off x="-53125" y="595"/>
              <a:ext cx="510350" cy="4374796"/>
            </a:xfrm>
            <a:custGeom>
              <a:avLst/>
              <a:gdLst/>
              <a:ahLst/>
              <a:cxnLst/>
              <a:rect l="l" t="t" r="r" b="b"/>
              <a:pathLst>
                <a:path w="29167" h="37814" extrusionOk="0">
                  <a:moveTo>
                    <a:pt x="1" y="0"/>
                  </a:moveTo>
                  <a:lnTo>
                    <a:pt x="1" y="37813"/>
                  </a:lnTo>
                  <a:lnTo>
                    <a:pt x="29167" y="37813"/>
                  </a:lnTo>
                  <a:lnTo>
                    <a:pt x="29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 Vietnam Pro Black"/>
              <a:buNone/>
              <a:defRPr sz="30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e Vietnam Pro Black"/>
              <a:buNone/>
              <a:defRPr sz="29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05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85" r:id="rId6"/>
    <p:sldLayoutId id="2147483686" r:id="rId7"/>
    <p:sldLayoutId id="2147483687" r:id="rId8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smypp8574h/1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kaggle.com/datasets/mrsimple07/remote-work-productivity" TargetMode="External"/><Relationship Id="rId4" Type="http://schemas.openxmlformats.org/officeDocument/2006/relationships/hyperlink" Target="https://www.kaggle.com/datasets/iramshahzadi9/remote-work-and-mental-health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45"/>
          <p:cNvGrpSpPr/>
          <p:nvPr/>
        </p:nvGrpSpPr>
        <p:grpSpPr>
          <a:xfrm>
            <a:off x="6613450" y="2392132"/>
            <a:ext cx="1102006" cy="859299"/>
            <a:chOff x="4574150" y="1840207"/>
            <a:chExt cx="1102006" cy="859299"/>
          </a:xfrm>
        </p:grpSpPr>
        <p:sp>
          <p:nvSpPr>
            <p:cNvPr id="775" name="Google Shape;775;p45"/>
            <p:cNvSpPr/>
            <p:nvPr/>
          </p:nvSpPr>
          <p:spPr>
            <a:xfrm>
              <a:off x="5043299" y="2464305"/>
              <a:ext cx="163787" cy="232932"/>
            </a:xfrm>
            <a:custGeom>
              <a:avLst/>
              <a:gdLst/>
              <a:ahLst/>
              <a:cxnLst/>
              <a:rect l="l" t="t" r="r" b="b"/>
              <a:pathLst>
                <a:path w="2094" h="2978" extrusionOk="0">
                  <a:moveTo>
                    <a:pt x="0" y="1"/>
                  </a:moveTo>
                  <a:lnTo>
                    <a:pt x="0" y="2978"/>
                  </a:lnTo>
                  <a:lnTo>
                    <a:pt x="2093" y="2978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7A7C7B">
                <a:alpha val="49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5"/>
            <p:cNvSpPr/>
            <p:nvPr/>
          </p:nvSpPr>
          <p:spPr>
            <a:xfrm>
              <a:off x="4574150" y="1840207"/>
              <a:ext cx="1102006" cy="653273"/>
            </a:xfrm>
            <a:custGeom>
              <a:avLst/>
              <a:gdLst/>
              <a:ahLst/>
              <a:cxnLst/>
              <a:rect l="l" t="t" r="r" b="b"/>
              <a:pathLst>
                <a:path w="14089" h="8352" extrusionOk="0">
                  <a:moveTo>
                    <a:pt x="101" y="1"/>
                  </a:moveTo>
                  <a:cubicBezTo>
                    <a:pt x="47" y="1"/>
                    <a:pt x="0" y="47"/>
                    <a:pt x="0" y="102"/>
                  </a:cubicBezTo>
                  <a:lnTo>
                    <a:pt x="0" y="8250"/>
                  </a:lnTo>
                  <a:cubicBezTo>
                    <a:pt x="0" y="8304"/>
                    <a:pt x="47" y="8351"/>
                    <a:pt x="101" y="8351"/>
                  </a:cubicBezTo>
                  <a:lnTo>
                    <a:pt x="13992" y="8351"/>
                  </a:lnTo>
                  <a:cubicBezTo>
                    <a:pt x="14046" y="8351"/>
                    <a:pt x="14089" y="8304"/>
                    <a:pt x="14089" y="8250"/>
                  </a:cubicBezTo>
                  <a:lnTo>
                    <a:pt x="14089" y="102"/>
                  </a:lnTo>
                  <a:cubicBezTo>
                    <a:pt x="14089" y="47"/>
                    <a:pt x="14046" y="1"/>
                    <a:pt x="139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5"/>
            <p:cNvSpPr/>
            <p:nvPr/>
          </p:nvSpPr>
          <p:spPr>
            <a:xfrm>
              <a:off x="4624913" y="1882835"/>
              <a:ext cx="1000167" cy="501140"/>
            </a:xfrm>
            <a:custGeom>
              <a:avLst/>
              <a:gdLst/>
              <a:ahLst/>
              <a:cxnLst/>
              <a:rect l="l" t="t" r="r" b="b"/>
              <a:pathLst>
                <a:path w="12787" h="6407" extrusionOk="0">
                  <a:moveTo>
                    <a:pt x="1" y="0"/>
                  </a:moveTo>
                  <a:lnTo>
                    <a:pt x="1" y="6406"/>
                  </a:lnTo>
                  <a:lnTo>
                    <a:pt x="12787" y="6406"/>
                  </a:lnTo>
                  <a:lnTo>
                    <a:pt x="127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4853309" y="2681124"/>
              <a:ext cx="558708" cy="18381"/>
            </a:xfrm>
            <a:custGeom>
              <a:avLst/>
              <a:gdLst/>
              <a:ahLst/>
              <a:cxnLst/>
              <a:rect l="l" t="t" r="r" b="b"/>
              <a:pathLst>
                <a:path w="7143" h="235" extrusionOk="0">
                  <a:moveTo>
                    <a:pt x="0" y="0"/>
                  </a:moveTo>
                  <a:lnTo>
                    <a:pt x="0" y="235"/>
                  </a:lnTo>
                  <a:lnTo>
                    <a:pt x="7142" y="235"/>
                  </a:lnTo>
                  <a:lnTo>
                    <a:pt x="7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5"/>
            <p:cNvSpPr/>
            <p:nvPr/>
          </p:nvSpPr>
          <p:spPr>
            <a:xfrm>
              <a:off x="4882640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2" y="2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5"/>
            <p:cNvSpPr/>
            <p:nvPr/>
          </p:nvSpPr>
          <p:spPr>
            <a:xfrm>
              <a:off x="4922140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2" y="2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5"/>
            <p:cNvSpPr/>
            <p:nvPr/>
          </p:nvSpPr>
          <p:spPr>
            <a:xfrm>
              <a:off x="4961406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1" y="2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5"/>
            <p:cNvSpPr/>
            <p:nvPr/>
          </p:nvSpPr>
          <p:spPr>
            <a:xfrm>
              <a:off x="5000905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2" y="2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5"/>
            <p:cNvSpPr/>
            <p:nvPr/>
          </p:nvSpPr>
          <p:spPr>
            <a:xfrm>
              <a:off x="5040484" y="2673224"/>
              <a:ext cx="28237" cy="16113"/>
            </a:xfrm>
            <a:custGeom>
              <a:avLst/>
              <a:gdLst/>
              <a:ahLst/>
              <a:cxnLst/>
              <a:rect l="l" t="t" r="r" b="b"/>
              <a:pathLst>
                <a:path w="361" h="206" extrusionOk="0">
                  <a:moveTo>
                    <a:pt x="0" y="0"/>
                  </a:moveTo>
                  <a:lnTo>
                    <a:pt x="0" y="206"/>
                  </a:lnTo>
                  <a:lnTo>
                    <a:pt x="361" y="2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5"/>
            <p:cNvSpPr/>
            <p:nvPr/>
          </p:nvSpPr>
          <p:spPr>
            <a:xfrm>
              <a:off x="5079671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2" y="2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5"/>
            <p:cNvSpPr/>
            <p:nvPr/>
          </p:nvSpPr>
          <p:spPr>
            <a:xfrm>
              <a:off x="5119170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2" y="2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5"/>
            <p:cNvSpPr/>
            <p:nvPr/>
          </p:nvSpPr>
          <p:spPr>
            <a:xfrm>
              <a:off x="5158436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0" y="0"/>
                  </a:moveTo>
                  <a:lnTo>
                    <a:pt x="0" y="206"/>
                  </a:lnTo>
                  <a:lnTo>
                    <a:pt x="361" y="2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5"/>
            <p:cNvSpPr/>
            <p:nvPr/>
          </p:nvSpPr>
          <p:spPr>
            <a:xfrm>
              <a:off x="5197936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2" y="2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5"/>
            <p:cNvSpPr/>
            <p:nvPr/>
          </p:nvSpPr>
          <p:spPr>
            <a:xfrm>
              <a:off x="5237436" y="2673224"/>
              <a:ext cx="28628" cy="16113"/>
            </a:xfrm>
            <a:custGeom>
              <a:avLst/>
              <a:gdLst/>
              <a:ahLst/>
              <a:cxnLst/>
              <a:rect l="l" t="t" r="r" b="b"/>
              <a:pathLst>
                <a:path w="366" h="206" extrusionOk="0">
                  <a:moveTo>
                    <a:pt x="1" y="0"/>
                  </a:moveTo>
                  <a:lnTo>
                    <a:pt x="1" y="206"/>
                  </a:lnTo>
                  <a:lnTo>
                    <a:pt x="365" y="206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5"/>
            <p:cNvSpPr/>
            <p:nvPr/>
          </p:nvSpPr>
          <p:spPr>
            <a:xfrm>
              <a:off x="5277014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0" y="0"/>
                  </a:moveTo>
                  <a:lnTo>
                    <a:pt x="0" y="206"/>
                  </a:lnTo>
                  <a:lnTo>
                    <a:pt x="361" y="2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5"/>
            <p:cNvSpPr/>
            <p:nvPr/>
          </p:nvSpPr>
          <p:spPr>
            <a:xfrm>
              <a:off x="5316514" y="2673224"/>
              <a:ext cx="28315" cy="16113"/>
            </a:xfrm>
            <a:custGeom>
              <a:avLst/>
              <a:gdLst/>
              <a:ahLst/>
              <a:cxnLst/>
              <a:rect l="l" t="t" r="r" b="b"/>
              <a:pathLst>
                <a:path w="362" h="206" extrusionOk="0">
                  <a:moveTo>
                    <a:pt x="0" y="0"/>
                  </a:moveTo>
                  <a:lnTo>
                    <a:pt x="0" y="206"/>
                  </a:lnTo>
                  <a:lnTo>
                    <a:pt x="361" y="2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5"/>
            <p:cNvSpPr/>
            <p:nvPr/>
          </p:nvSpPr>
          <p:spPr>
            <a:xfrm>
              <a:off x="5355779" y="2673224"/>
              <a:ext cx="28237" cy="16113"/>
            </a:xfrm>
            <a:custGeom>
              <a:avLst/>
              <a:gdLst/>
              <a:ahLst/>
              <a:cxnLst/>
              <a:rect l="l" t="t" r="r" b="b"/>
              <a:pathLst>
                <a:path w="361" h="206" extrusionOk="0">
                  <a:moveTo>
                    <a:pt x="0" y="0"/>
                  </a:moveTo>
                  <a:lnTo>
                    <a:pt x="0" y="206"/>
                  </a:lnTo>
                  <a:lnTo>
                    <a:pt x="361" y="2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45"/>
          <p:cNvGrpSpPr/>
          <p:nvPr/>
        </p:nvGrpSpPr>
        <p:grpSpPr>
          <a:xfrm>
            <a:off x="5726950" y="3251425"/>
            <a:ext cx="2701956" cy="1357067"/>
            <a:chOff x="5652100" y="3439200"/>
            <a:chExt cx="2701956" cy="1357067"/>
          </a:xfrm>
        </p:grpSpPr>
        <p:sp>
          <p:nvSpPr>
            <p:cNvPr id="793" name="Google Shape;793;p45"/>
            <p:cNvSpPr/>
            <p:nvPr/>
          </p:nvSpPr>
          <p:spPr>
            <a:xfrm>
              <a:off x="7860994" y="3465631"/>
              <a:ext cx="413145" cy="1295456"/>
            </a:xfrm>
            <a:custGeom>
              <a:avLst/>
              <a:gdLst/>
              <a:ahLst/>
              <a:cxnLst/>
              <a:rect l="l" t="t" r="r" b="b"/>
              <a:pathLst>
                <a:path w="4627" h="14508" extrusionOk="0">
                  <a:moveTo>
                    <a:pt x="0" y="1"/>
                  </a:moveTo>
                  <a:lnTo>
                    <a:pt x="4057" y="14508"/>
                  </a:lnTo>
                  <a:lnTo>
                    <a:pt x="4627" y="14508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5"/>
            <p:cNvSpPr/>
            <p:nvPr/>
          </p:nvSpPr>
          <p:spPr>
            <a:xfrm>
              <a:off x="7941178" y="3501080"/>
              <a:ext cx="412877" cy="1295188"/>
            </a:xfrm>
            <a:custGeom>
              <a:avLst/>
              <a:gdLst/>
              <a:ahLst/>
              <a:cxnLst/>
              <a:rect l="l" t="t" r="r" b="b"/>
              <a:pathLst>
                <a:path w="4624" h="14505" extrusionOk="0">
                  <a:moveTo>
                    <a:pt x="1" y="1"/>
                  </a:moveTo>
                  <a:lnTo>
                    <a:pt x="4057" y="14504"/>
                  </a:lnTo>
                  <a:lnTo>
                    <a:pt x="4624" y="14504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5"/>
            <p:cNvSpPr/>
            <p:nvPr/>
          </p:nvSpPr>
          <p:spPr>
            <a:xfrm>
              <a:off x="5652100" y="3474381"/>
              <a:ext cx="413145" cy="1295456"/>
            </a:xfrm>
            <a:custGeom>
              <a:avLst/>
              <a:gdLst/>
              <a:ahLst/>
              <a:cxnLst/>
              <a:rect l="l" t="t" r="r" b="b"/>
              <a:pathLst>
                <a:path w="4627" h="14508" extrusionOk="0">
                  <a:moveTo>
                    <a:pt x="3660" y="0"/>
                  </a:moveTo>
                  <a:lnTo>
                    <a:pt x="0" y="14507"/>
                  </a:lnTo>
                  <a:lnTo>
                    <a:pt x="570" y="14507"/>
                  </a:lnTo>
                  <a:lnTo>
                    <a:pt x="462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5"/>
            <p:cNvSpPr/>
            <p:nvPr/>
          </p:nvSpPr>
          <p:spPr>
            <a:xfrm>
              <a:off x="5703353" y="3501080"/>
              <a:ext cx="413502" cy="1295188"/>
            </a:xfrm>
            <a:custGeom>
              <a:avLst/>
              <a:gdLst/>
              <a:ahLst/>
              <a:cxnLst/>
              <a:rect l="l" t="t" r="r" b="b"/>
              <a:pathLst>
                <a:path w="4631" h="14505" extrusionOk="0">
                  <a:moveTo>
                    <a:pt x="3663" y="1"/>
                  </a:moveTo>
                  <a:lnTo>
                    <a:pt x="0" y="14504"/>
                  </a:lnTo>
                  <a:lnTo>
                    <a:pt x="574" y="14504"/>
                  </a:lnTo>
                  <a:lnTo>
                    <a:pt x="4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5"/>
            <p:cNvSpPr/>
            <p:nvPr/>
          </p:nvSpPr>
          <p:spPr>
            <a:xfrm>
              <a:off x="5708443" y="3439200"/>
              <a:ext cx="2556373" cy="75809"/>
            </a:xfrm>
            <a:custGeom>
              <a:avLst/>
              <a:gdLst/>
              <a:ahLst/>
              <a:cxnLst/>
              <a:rect l="l" t="t" r="r" b="b"/>
              <a:pathLst>
                <a:path w="28630" h="849" extrusionOk="0">
                  <a:moveTo>
                    <a:pt x="1" y="1"/>
                  </a:moveTo>
                  <a:lnTo>
                    <a:pt x="1" y="849"/>
                  </a:lnTo>
                  <a:lnTo>
                    <a:pt x="28629" y="849"/>
                  </a:lnTo>
                  <a:lnTo>
                    <a:pt x="286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8" name="Google Shape;798;p45"/>
          <p:cNvSpPr txBox="1">
            <a:spLocks noGrp="1"/>
          </p:cNvSpPr>
          <p:nvPr>
            <p:ph type="ctrTitle"/>
          </p:nvPr>
        </p:nvSpPr>
        <p:spPr>
          <a:xfrm>
            <a:off x="416702" y="206229"/>
            <a:ext cx="3973364" cy="26477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Employee Productivity &amp; Work-Life Balance</a:t>
            </a:r>
            <a:endParaRPr sz="2800" dirty="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799" name="Google Shape;799;p45"/>
          <p:cNvSpPr txBox="1">
            <a:spLocks noGrp="1"/>
          </p:cNvSpPr>
          <p:nvPr>
            <p:ph type="subTitle" idx="1"/>
          </p:nvPr>
        </p:nvSpPr>
        <p:spPr>
          <a:xfrm>
            <a:off x="467955" y="2671478"/>
            <a:ext cx="464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By: S-Rankers</a:t>
            </a:r>
            <a:endParaRPr dirty="0"/>
          </a:p>
        </p:txBody>
      </p:sp>
      <p:grpSp>
        <p:nvGrpSpPr>
          <p:cNvPr id="800" name="Google Shape;800;p45"/>
          <p:cNvGrpSpPr/>
          <p:nvPr/>
        </p:nvGrpSpPr>
        <p:grpSpPr>
          <a:xfrm>
            <a:off x="5864066" y="2428232"/>
            <a:ext cx="1346316" cy="2180322"/>
            <a:chOff x="6659675" y="2745615"/>
            <a:chExt cx="1150304" cy="1862886"/>
          </a:xfrm>
        </p:grpSpPr>
        <p:sp>
          <p:nvSpPr>
            <p:cNvPr id="801" name="Google Shape;801;p45"/>
            <p:cNvSpPr/>
            <p:nvPr/>
          </p:nvSpPr>
          <p:spPr>
            <a:xfrm>
              <a:off x="7216309" y="3810774"/>
              <a:ext cx="62985" cy="411921"/>
            </a:xfrm>
            <a:custGeom>
              <a:avLst/>
              <a:gdLst/>
              <a:ahLst/>
              <a:cxnLst/>
              <a:rect l="l" t="t" r="r" b="b"/>
              <a:pathLst>
                <a:path w="813" h="5317" extrusionOk="0">
                  <a:moveTo>
                    <a:pt x="1" y="1"/>
                  </a:moveTo>
                  <a:lnTo>
                    <a:pt x="1" y="5317"/>
                  </a:lnTo>
                  <a:lnTo>
                    <a:pt x="813" y="5317"/>
                  </a:lnTo>
                  <a:lnTo>
                    <a:pt x="8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5"/>
            <p:cNvSpPr/>
            <p:nvPr/>
          </p:nvSpPr>
          <p:spPr>
            <a:xfrm>
              <a:off x="7194230" y="4063254"/>
              <a:ext cx="106602" cy="316320"/>
            </a:xfrm>
            <a:custGeom>
              <a:avLst/>
              <a:gdLst/>
              <a:ahLst/>
              <a:cxnLst/>
              <a:rect l="l" t="t" r="r" b="b"/>
              <a:pathLst>
                <a:path w="1376" h="4083" extrusionOk="0">
                  <a:moveTo>
                    <a:pt x="1" y="1"/>
                  </a:moveTo>
                  <a:lnTo>
                    <a:pt x="1" y="4082"/>
                  </a:lnTo>
                  <a:lnTo>
                    <a:pt x="1376" y="4082"/>
                  </a:lnTo>
                  <a:lnTo>
                    <a:pt x="13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5"/>
            <p:cNvSpPr/>
            <p:nvPr/>
          </p:nvSpPr>
          <p:spPr>
            <a:xfrm>
              <a:off x="7051682" y="3774440"/>
              <a:ext cx="393173" cy="42842"/>
            </a:xfrm>
            <a:custGeom>
              <a:avLst/>
              <a:gdLst/>
              <a:ahLst/>
              <a:cxnLst/>
              <a:rect l="l" t="t" r="r" b="b"/>
              <a:pathLst>
                <a:path w="5075" h="553" extrusionOk="0">
                  <a:moveTo>
                    <a:pt x="0" y="1"/>
                  </a:moveTo>
                  <a:lnTo>
                    <a:pt x="0" y="553"/>
                  </a:lnTo>
                  <a:lnTo>
                    <a:pt x="5074" y="553"/>
                  </a:lnTo>
                  <a:lnTo>
                    <a:pt x="50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5"/>
            <p:cNvSpPr/>
            <p:nvPr/>
          </p:nvSpPr>
          <p:spPr>
            <a:xfrm>
              <a:off x="6659675" y="2745615"/>
              <a:ext cx="1150002" cy="1032553"/>
            </a:xfrm>
            <a:custGeom>
              <a:avLst/>
              <a:gdLst/>
              <a:ahLst/>
              <a:cxnLst/>
              <a:rect l="l" t="t" r="r" b="b"/>
              <a:pathLst>
                <a:path w="14844" h="13328" extrusionOk="0">
                  <a:moveTo>
                    <a:pt x="1" y="1"/>
                  </a:moveTo>
                  <a:lnTo>
                    <a:pt x="1" y="11159"/>
                  </a:lnTo>
                  <a:cubicBezTo>
                    <a:pt x="1" y="12357"/>
                    <a:pt x="975" y="13328"/>
                    <a:pt x="2173" y="13328"/>
                  </a:cubicBezTo>
                  <a:lnTo>
                    <a:pt x="14844" y="13328"/>
                  </a:lnTo>
                  <a:cubicBezTo>
                    <a:pt x="14844" y="12898"/>
                    <a:pt x="14497" y="12555"/>
                    <a:pt x="14071" y="12555"/>
                  </a:cubicBezTo>
                  <a:lnTo>
                    <a:pt x="12029" y="12555"/>
                  </a:lnTo>
                  <a:cubicBezTo>
                    <a:pt x="11130" y="12555"/>
                    <a:pt x="10405" y="11830"/>
                    <a:pt x="10405" y="10928"/>
                  </a:cubicBezTo>
                  <a:lnTo>
                    <a:pt x="10405" y="758"/>
                  </a:lnTo>
                  <a:cubicBezTo>
                    <a:pt x="10405" y="340"/>
                    <a:pt x="10066" y="1"/>
                    <a:pt x="96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5"/>
            <p:cNvSpPr/>
            <p:nvPr/>
          </p:nvSpPr>
          <p:spPr>
            <a:xfrm>
              <a:off x="7407045" y="2745615"/>
              <a:ext cx="402934" cy="1032553"/>
            </a:xfrm>
            <a:custGeom>
              <a:avLst/>
              <a:gdLst/>
              <a:ahLst/>
              <a:cxnLst/>
              <a:rect l="l" t="t" r="r" b="b"/>
              <a:pathLst>
                <a:path w="5201" h="13328" extrusionOk="0">
                  <a:moveTo>
                    <a:pt x="0" y="1"/>
                  </a:moveTo>
                  <a:lnTo>
                    <a:pt x="0" y="11159"/>
                  </a:lnTo>
                  <a:cubicBezTo>
                    <a:pt x="0" y="12357"/>
                    <a:pt x="974" y="13328"/>
                    <a:pt x="2169" y="13328"/>
                  </a:cubicBezTo>
                  <a:lnTo>
                    <a:pt x="5200" y="13328"/>
                  </a:lnTo>
                  <a:cubicBezTo>
                    <a:pt x="5200" y="12898"/>
                    <a:pt x="4854" y="12555"/>
                    <a:pt x="4428" y="12555"/>
                  </a:cubicBezTo>
                  <a:lnTo>
                    <a:pt x="2386" y="12555"/>
                  </a:lnTo>
                  <a:cubicBezTo>
                    <a:pt x="1491" y="12555"/>
                    <a:pt x="758" y="11823"/>
                    <a:pt x="758" y="10928"/>
                  </a:cubicBezTo>
                  <a:lnTo>
                    <a:pt x="758" y="758"/>
                  </a:lnTo>
                  <a:cubicBezTo>
                    <a:pt x="758" y="340"/>
                    <a:pt x="419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5"/>
            <p:cNvSpPr/>
            <p:nvPr/>
          </p:nvSpPr>
          <p:spPr>
            <a:xfrm>
              <a:off x="6827169" y="4368570"/>
              <a:ext cx="828181" cy="169742"/>
            </a:xfrm>
            <a:custGeom>
              <a:avLst/>
              <a:gdLst/>
              <a:ahLst/>
              <a:cxnLst/>
              <a:rect l="l" t="t" r="r" b="b"/>
              <a:pathLst>
                <a:path w="10690" h="2191" extrusionOk="0">
                  <a:moveTo>
                    <a:pt x="8502" y="0"/>
                  </a:moveTo>
                  <a:cubicBezTo>
                    <a:pt x="8500" y="0"/>
                    <a:pt x="8498" y="0"/>
                    <a:pt x="8496" y="0"/>
                  </a:cubicBezTo>
                  <a:lnTo>
                    <a:pt x="2191" y="0"/>
                  </a:lnTo>
                  <a:cubicBezTo>
                    <a:pt x="986" y="0"/>
                    <a:pt x="1" y="982"/>
                    <a:pt x="1" y="2191"/>
                  </a:cubicBezTo>
                  <a:lnTo>
                    <a:pt x="314" y="2191"/>
                  </a:lnTo>
                  <a:cubicBezTo>
                    <a:pt x="314" y="1155"/>
                    <a:pt x="1155" y="314"/>
                    <a:pt x="2191" y="314"/>
                  </a:cubicBezTo>
                  <a:lnTo>
                    <a:pt x="8499" y="314"/>
                  </a:lnTo>
                  <a:cubicBezTo>
                    <a:pt x="9535" y="314"/>
                    <a:pt x="10376" y="1155"/>
                    <a:pt x="10376" y="2191"/>
                  </a:cubicBezTo>
                  <a:lnTo>
                    <a:pt x="10690" y="2191"/>
                  </a:lnTo>
                  <a:cubicBezTo>
                    <a:pt x="10690" y="984"/>
                    <a:pt x="9708" y="0"/>
                    <a:pt x="8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5"/>
            <p:cNvSpPr/>
            <p:nvPr/>
          </p:nvSpPr>
          <p:spPr>
            <a:xfrm>
              <a:off x="6995205" y="4368570"/>
              <a:ext cx="491563" cy="169742"/>
            </a:xfrm>
            <a:custGeom>
              <a:avLst/>
              <a:gdLst/>
              <a:ahLst/>
              <a:cxnLst/>
              <a:rect l="l" t="t" r="r" b="b"/>
              <a:pathLst>
                <a:path w="6345" h="2191" extrusionOk="0">
                  <a:moveTo>
                    <a:pt x="4164" y="0"/>
                  </a:moveTo>
                  <a:cubicBezTo>
                    <a:pt x="4162" y="0"/>
                    <a:pt x="4160" y="0"/>
                    <a:pt x="4158" y="0"/>
                  </a:cubicBezTo>
                  <a:lnTo>
                    <a:pt x="2191" y="0"/>
                  </a:lnTo>
                  <a:cubicBezTo>
                    <a:pt x="986" y="0"/>
                    <a:pt x="0" y="982"/>
                    <a:pt x="0" y="2191"/>
                  </a:cubicBezTo>
                  <a:lnTo>
                    <a:pt x="314" y="2191"/>
                  </a:lnTo>
                  <a:cubicBezTo>
                    <a:pt x="314" y="1155"/>
                    <a:pt x="1155" y="314"/>
                    <a:pt x="2191" y="314"/>
                  </a:cubicBezTo>
                  <a:lnTo>
                    <a:pt x="4158" y="314"/>
                  </a:lnTo>
                  <a:cubicBezTo>
                    <a:pt x="5190" y="314"/>
                    <a:pt x="6034" y="1155"/>
                    <a:pt x="6034" y="2191"/>
                  </a:cubicBezTo>
                  <a:lnTo>
                    <a:pt x="6345" y="2191"/>
                  </a:lnTo>
                  <a:cubicBezTo>
                    <a:pt x="6345" y="984"/>
                    <a:pt x="5370" y="0"/>
                    <a:pt x="4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5"/>
            <p:cNvSpPr/>
            <p:nvPr/>
          </p:nvSpPr>
          <p:spPr>
            <a:xfrm>
              <a:off x="6920832" y="4502751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1365" h="1365" extrusionOk="0">
                  <a:moveTo>
                    <a:pt x="683" y="1"/>
                  </a:moveTo>
                  <a:cubicBezTo>
                    <a:pt x="307" y="1"/>
                    <a:pt x="0" y="307"/>
                    <a:pt x="0" y="683"/>
                  </a:cubicBezTo>
                  <a:cubicBezTo>
                    <a:pt x="0" y="1058"/>
                    <a:pt x="307" y="1365"/>
                    <a:pt x="683" y="1365"/>
                  </a:cubicBezTo>
                  <a:cubicBezTo>
                    <a:pt x="1058" y="1365"/>
                    <a:pt x="1365" y="1058"/>
                    <a:pt x="1365" y="683"/>
                  </a:cubicBezTo>
                  <a:cubicBezTo>
                    <a:pt x="1365" y="307"/>
                    <a:pt x="1058" y="1"/>
                    <a:pt x="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5"/>
            <p:cNvSpPr/>
            <p:nvPr/>
          </p:nvSpPr>
          <p:spPr>
            <a:xfrm>
              <a:off x="7388529" y="4502751"/>
              <a:ext cx="105518" cy="105750"/>
            </a:xfrm>
            <a:custGeom>
              <a:avLst/>
              <a:gdLst/>
              <a:ahLst/>
              <a:cxnLst/>
              <a:rect l="l" t="t" r="r" b="b"/>
              <a:pathLst>
                <a:path w="1362" h="1365" extrusionOk="0">
                  <a:moveTo>
                    <a:pt x="679" y="1"/>
                  </a:moveTo>
                  <a:cubicBezTo>
                    <a:pt x="304" y="1"/>
                    <a:pt x="1" y="307"/>
                    <a:pt x="1" y="683"/>
                  </a:cubicBezTo>
                  <a:cubicBezTo>
                    <a:pt x="1" y="1058"/>
                    <a:pt x="304" y="1365"/>
                    <a:pt x="679" y="1365"/>
                  </a:cubicBezTo>
                  <a:cubicBezTo>
                    <a:pt x="1058" y="1365"/>
                    <a:pt x="1361" y="1058"/>
                    <a:pt x="1361" y="683"/>
                  </a:cubicBezTo>
                  <a:cubicBezTo>
                    <a:pt x="1361" y="307"/>
                    <a:pt x="1058" y="1"/>
                    <a:pt x="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5"/>
            <p:cNvSpPr/>
            <p:nvPr/>
          </p:nvSpPr>
          <p:spPr>
            <a:xfrm>
              <a:off x="7558812" y="4502751"/>
              <a:ext cx="105518" cy="105750"/>
            </a:xfrm>
            <a:custGeom>
              <a:avLst/>
              <a:gdLst/>
              <a:ahLst/>
              <a:cxnLst/>
              <a:rect l="l" t="t" r="r" b="b"/>
              <a:pathLst>
                <a:path w="1362" h="1365" extrusionOk="0">
                  <a:moveTo>
                    <a:pt x="679" y="1"/>
                  </a:moveTo>
                  <a:cubicBezTo>
                    <a:pt x="304" y="1"/>
                    <a:pt x="1" y="307"/>
                    <a:pt x="1" y="683"/>
                  </a:cubicBezTo>
                  <a:cubicBezTo>
                    <a:pt x="1" y="1058"/>
                    <a:pt x="304" y="1365"/>
                    <a:pt x="679" y="1365"/>
                  </a:cubicBezTo>
                  <a:cubicBezTo>
                    <a:pt x="1054" y="1365"/>
                    <a:pt x="1361" y="1058"/>
                    <a:pt x="1361" y="683"/>
                  </a:cubicBezTo>
                  <a:cubicBezTo>
                    <a:pt x="1361" y="307"/>
                    <a:pt x="1054" y="1"/>
                    <a:pt x="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5"/>
            <p:cNvSpPr/>
            <p:nvPr/>
          </p:nvSpPr>
          <p:spPr>
            <a:xfrm>
              <a:off x="6757289" y="4502751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1365" h="1365" extrusionOk="0">
                  <a:moveTo>
                    <a:pt x="682" y="1"/>
                  </a:moveTo>
                  <a:cubicBezTo>
                    <a:pt x="307" y="1"/>
                    <a:pt x="0" y="307"/>
                    <a:pt x="0" y="683"/>
                  </a:cubicBezTo>
                  <a:cubicBezTo>
                    <a:pt x="0" y="1058"/>
                    <a:pt x="307" y="1365"/>
                    <a:pt x="682" y="1365"/>
                  </a:cubicBezTo>
                  <a:cubicBezTo>
                    <a:pt x="1058" y="1365"/>
                    <a:pt x="1364" y="1058"/>
                    <a:pt x="1364" y="683"/>
                  </a:cubicBezTo>
                  <a:cubicBezTo>
                    <a:pt x="1364" y="307"/>
                    <a:pt x="1058" y="1"/>
                    <a:pt x="6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5"/>
            <p:cNvSpPr/>
            <p:nvPr/>
          </p:nvSpPr>
          <p:spPr>
            <a:xfrm>
              <a:off x="6667810" y="3650640"/>
              <a:ext cx="743736" cy="77"/>
            </a:xfrm>
            <a:custGeom>
              <a:avLst/>
              <a:gdLst/>
              <a:ahLst/>
              <a:cxnLst/>
              <a:rect l="l" t="t" r="r" b="b"/>
              <a:pathLst>
                <a:path w="9600" h="1" fill="none" extrusionOk="0">
                  <a:moveTo>
                    <a:pt x="960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5"/>
            <p:cNvSpPr/>
            <p:nvPr/>
          </p:nvSpPr>
          <p:spPr>
            <a:xfrm>
              <a:off x="6661379" y="3522811"/>
              <a:ext cx="744588" cy="77"/>
            </a:xfrm>
            <a:custGeom>
              <a:avLst/>
              <a:gdLst/>
              <a:ahLst/>
              <a:cxnLst/>
              <a:rect l="l" t="t" r="r" b="b"/>
              <a:pathLst>
                <a:path w="9611" h="1" fill="none" extrusionOk="0">
                  <a:moveTo>
                    <a:pt x="9611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5"/>
            <p:cNvSpPr/>
            <p:nvPr/>
          </p:nvSpPr>
          <p:spPr>
            <a:xfrm>
              <a:off x="6661379" y="3393124"/>
              <a:ext cx="744588" cy="77"/>
            </a:xfrm>
            <a:custGeom>
              <a:avLst/>
              <a:gdLst/>
              <a:ahLst/>
              <a:cxnLst/>
              <a:rect l="l" t="t" r="r" b="b"/>
              <a:pathLst>
                <a:path w="9611" h="1" fill="none" extrusionOk="0">
                  <a:moveTo>
                    <a:pt x="9611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5"/>
            <p:cNvSpPr/>
            <p:nvPr/>
          </p:nvSpPr>
          <p:spPr>
            <a:xfrm>
              <a:off x="6661379" y="3263669"/>
              <a:ext cx="744588" cy="77"/>
            </a:xfrm>
            <a:custGeom>
              <a:avLst/>
              <a:gdLst/>
              <a:ahLst/>
              <a:cxnLst/>
              <a:rect l="l" t="t" r="r" b="b"/>
              <a:pathLst>
                <a:path w="9611" h="1" fill="none" extrusionOk="0">
                  <a:moveTo>
                    <a:pt x="9611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5"/>
            <p:cNvSpPr/>
            <p:nvPr/>
          </p:nvSpPr>
          <p:spPr>
            <a:xfrm>
              <a:off x="6661379" y="3133981"/>
              <a:ext cx="744588" cy="77"/>
            </a:xfrm>
            <a:custGeom>
              <a:avLst/>
              <a:gdLst/>
              <a:ahLst/>
              <a:cxnLst/>
              <a:rect l="l" t="t" r="r" b="b"/>
              <a:pathLst>
                <a:path w="9611" h="1" fill="none" extrusionOk="0">
                  <a:moveTo>
                    <a:pt x="9611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5"/>
            <p:cNvSpPr/>
            <p:nvPr/>
          </p:nvSpPr>
          <p:spPr>
            <a:xfrm>
              <a:off x="6661379" y="3004216"/>
              <a:ext cx="744588" cy="77"/>
            </a:xfrm>
            <a:custGeom>
              <a:avLst/>
              <a:gdLst/>
              <a:ahLst/>
              <a:cxnLst/>
              <a:rect l="l" t="t" r="r" b="b"/>
              <a:pathLst>
                <a:path w="9611" h="1" fill="none" extrusionOk="0">
                  <a:moveTo>
                    <a:pt x="9611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5"/>
            <p:cNvSpPr/>
            <p:nvPr/>
          </p:nvSpPr>
          <p:spPr>
            <a:xfrm>
              <a:off x="6661379" y="2874528"/>
              <a:ext cx="744588" cy="77"/>
            </a:xfrm>
            <a:custGeom>
              <a:avLst/>
              <a:gdLst/>
              <a:ahLst/>
              <a:cxnLst/>
              <a:rect l="l" t="t" r="r" b="b"/>
              <a:pathLst>
                <a:path w="9611" h="1" fill="none" extrusionOk="0">
                  <a:moveTo>
                    <a:pt x="9611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9" name="Google Shape;819;p45"/>
          <p:cNvGrpSpPr/>
          <p:nvPr/>
        </p:nvGrpSpPr>
        <p:grpSpPr>
          <a:xfrm>
            <a:off x="6665320" y="563957"/>
            <a:ext cx="764853" cy="1010249"/>
            <a:chOff x="1933725" y="0"/>
            <a:chExt cx="764853" cy="1010249"/>
          </a:xfrm>
        </p:grpSpPr>
        <p:sp>
          <p:nvSpPr>
            <p:cNvPr id="820" name="Google Shape;820;p45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5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5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5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4" name="Google Shape;824;p45"/>
          <p:cNvGrpSpPr/>
          <p:nvPr/>
        </p:nvGrpSpPr>
        <p:grpSpPr>
          <a:xfrm>
            <a:off x="7707889" y="1364251"/>
            <a:ext cx="677178" cy="509980"/>
            <a:chOff x="3310500" y="2299375"/>
            <a:chExt cx="276625" cy="208325"/>
          </a:xfrm>
        </p:grpSpPr>
        <p:sp>
          <p:nvSpPr>
            <p:cNvPr id="825" name="Google Shape;825;p45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5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5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5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5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5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5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5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5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5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5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5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5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5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5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840;p45"/>
          <p:cNvGrpSpPr/>
          <p:nvPr/>
        </p:nvGrpSpPr>
        <p:grpSpPr>
          <a:xfrm>
            <a:off x="7611684" y="2162088"/>
            <a:ext cx="730865" cy="1089336"/>
            <a:chOff x="6545234" y="1616113"/>
            <a:chExt cx="730865" cy="1089336"/>
          </a:xfrm>
        </p:grpSpPr>
        <p:sp>
          <p:nvSpPr>
            <p:cNvPr id="841" name="Google Shape;841;p45"/>
            <p:cNvSpPr/>
            <p:nvPr/>
          </p:nvSpPr>
          <p:spPr>
            <a:xfrm>
              <a:off x="7080947" y="2093710"/>
              <a:ext cx="195153" cy="611739"/>
            </a:xfrm>
            <a:custGeom>
              <a:avLst/>
              <a:gdLst/>
              <a:ahLst/>
              <a:cxnLst/>
              <a:rect l="l" t="t" r="r" b="b"/>
              <a:pathLst>
                <a:path w="2495" h="7821" fill="none" extrusionOk="0">
                  <a:moveTo>
                    <a:pt x="1" y="7799"/>
                  </a:moveTo>
                  <a:lnTo>
                    <a:pt x="1946" y="0"/>
                  </a:lnTo>
                  <a:lnTo>
                    <a:pt x="2495" y="383"/>
                  </a:lnTo>
                  <a:lnTo>
                    <a:pt x="625" y="782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5"/>
            <p:cNvSpPr/>
            <p:nvPr/>
          </p:nvSpPr>
          <p:spPr>
            <a:xfrm>
              <a:off x="6865614" y="1849827"/>
              <a:ext cx="410485" cy="315060"/>
            </a:xfrm>
            <a:custGeom>
              <a:avLst/>
              <a:gdLst/>
              <a:ahLst/>
              <a:cxnLst/>
              <a:rect l="l" t="t" r="r" b="b"/>
              <a:pathLst>
                <a:path w="5248" h="4028" fill="none" extrusionOk="0">
                  <a:moveTo>
                    <a:pt x="5248" y="3501"/>
                  </a:moveTo>
                  <a:lnTo>
                    <a:pt x="332" y="0"/>
                  </a:lnTo>
                  <a:lnTo>
                    <a:pt x="0" y="433"/>
                  </a:lnTo>
                  <a:lnTo>
                    <a:pt x="5107" y="402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5"/>
            <p:cNvSpPr/>
            <p:nvPr/>
          </p:nvSpPr>
          <p:spPr>
            <a:xfrm>
              <a:off x="6865614" y="1849827"/>
              <a:ext cx="38483" cy="43802"/>
            </a:xfrm>
            <a:custGeom>
              <a:avLst/>
              <a:gdLst/>
              <a:ahLst/>
              <a:cxnLst/>
              <a:rect l="l" t="t" r="r" b="b"/>
              <a:pathLst>
                <a:path w="492" h="560" extrusionOk="0">
                  <a:moveTo>
                    <a:pt x="332" y="0"/>
                  </a:moveTo>
                  <a:lnTo>
                    <a:pt x="0" y="433"/>
                  </a:lnTo>
                  <a:lnTo>
                    <a:pt x="184" y="560"/>
                  </a:lnTo>
                  <a:lnTo>
                    <a:pt x="491" y="127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3535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5"/>
            <p:cNvSpPr/>
            <p:nvPr/>
          </p:nvSpPr>
          <p:spPr>
            <a:xfrm>
              <a:off x="6841054" y="1834262"/>
              <a:ext cx="43567" cy="38170"/>
            </a:xfrm>
            <a:custGeom>
              <a:avLst/>
              <a:gdLst/>
              <a:ahLst/>
              <a:cxnLst/>
              <a:rect l="l" t="t" r="r" b="b"/>
              <a:pathLst>
                <a:path w="557" h="488" extrusionOk="0">
                  <a:moveTo>
                    <a:pt x="138" y="1"/>
                  </a:moveTo>
                  <a:lnTo>
                    <a:pt x="0" y="196"/>
                  </a:lnTo>
                  <a:lnTo>
                    <a:pt x="437" y="488"/>
                  </a:lnTo>
                  <a:lnTo>
                    <a:pt x="556" y="29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5"/>
            <p:cNvSpPr/>
            <p:nvPr/>
          </p:nvSpPr>
          <p:spPr>
            <a:xfrm>
              <a:off x="6545234" y="1616113"/>
              <a:ext cx="371846" cy="247637"/>
            </a:xfrm>
            <a:custGeom>
              <a:avLst/>
              <a:gdLst/>
              <a:ahLst/>
              <a:cxnLst/>
              <a:rect l="l" t="t" r="r" b="b"/>
              <a:pathLst>
                <a:path w="4754" h="3166" extrusionOk="0">
                  <a:moveTo>
                    <a:pt x="1717" y="1"/>
                  </a:moveTo>
                  <a:cubicBezTo>
                    <a:pt x="708" y="1"/>
                    <a:pt x="0" y="837"/>
                    <a:pt x="0" y="837"/>
                  </a:cubicBezTo>
                  <a:lnTo>
                    <a:pt x="3714" y="3165"/>
                  </a:lnTo>
                  <a:cubicBezTo>
                    <a:pt x="3714" y="3122"/>
                    <a:pt x="4753" y="1974"/>
                    <a:pt x="3147" y="592"/>
                  </a:cubicBezTo>
                  <a:cubicBezTo>
                    <a:pt x="2637" y="154"/>
                    <a:pt x="2149" y="1"/>
                    <a:pt x="1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5"/>
            <p:cNvSpPr/>
            <p:nvPr/>
          </p:nvSpPr>
          <p:spPr>
            <a:xfrm>
              <a:off x="7057247" y="2686634"/>
              <a:ext cx="110756" cy="18146"/>
            </a:xfrm>
            <a:custGeom>
              <a:avLst/>
              <a:gdLst/>
              <a:ahLst/>
              <a:cxnLst/>
              <a:rect l="l" t="t" r="r" b="b"/>
              <a:pathLst>
                <a:path w="1416" h="232" extrusionOk="0">
                  <a:moveTo>
                    <a:pt x="228" y="0"/>
                  </a:moveTo>
                  <a:cubicBezTo>
                    <a:pt x="102" y="0"/>
                    <a:pt x="1" y="105"/>
                    <a:pt x="1" y="231"/>
                  </a:cubicBezTo>
                  <a:lnTo>
                    <a:pt x="1415" y="231"/>
                  </a:lnTo>
                  <a:cubicBezTo>
                    <a:pt x="1415" y="105"/>
                    <a:pt x="1311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45"/>
          <p:cNvGrpSpPr/>
          <p:nvPr/>
        </p:nvGrpSpPr>
        <p:grpSpPr>
          <a:xfrm>
            <a:off x="4686583" y="3699495"/>
            <a:ext cx="677202" cy="909152"/>
            <a:chOff x="4504350" y="3581675"/>
            <a:chExt cx="764854" cy="1026827"/>
          </a:xfrm>
        </p:grpSpPr>
        <p:sp>
          <p:nvSpPr>
            <p:cNvPr id="848" name="Google Shape;848;p45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5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45"/>
          <p:cNvGrpSpPr/>
          <p:nvPr/>
        </p:nvGrpSpPr>
        <p:grpSpPr>
          <a:xfrm>
            <a:off x="715100" y="3115325"/>
            <a:ext cx="1229101" cy="1484895"/>
            <a:chOff x="715100" y="3115325"/>
            <a:chExt cx="1229101" cy="1484895"/>
          </a:xfrm>
        </p:grpSpPr>
        <p:sp>
          <p:nvSpPr>
            <p:cNvPr id="851" name="Google Shape;851;p45"/>
            <p:cNvSpPr/>
            <p:nvPr/>
          </p:nvSpPr>
          <p:spPr>
            <a:xfrm>
              <a:off x="1024903" y="4011637"/>
              <a:ext cx="717378" cy="588582"/>
            </a:xfrm>
            <a:custGeom>
              <a:avLst/>
              <a:gdLst/>
              <a:ahLst/>
              <a:cxnLst/>
              <a:rect l="l" t="t" r="r" b="b"/>
              <a:pathLst>
                <a:path w="5180" h="4250" extrusionOk="0">
                  <a:moveTo>
                    <a:pt x="408" y="1"/>
                  </a:moveTo>
                  <a:cubicBezTo>
                    <a:pt x="171" y="1"/>
                    <a:pt x="0" y="235"/>
                    <a:pt x="78" y="463"/>
                  </a:cubicBezTo>
                  <a:cubicBezTo>
                    <a:pt x="78" y="463"/>
                    <a:pt x="1263" y="3961"/>
                    <a:pt x="1263" y="3969"/>
                  </a:cubicBezTo>
                  <a:cubicBezTo>
                    <a:pt x="1263" y="4123"/>
                    <a:pt x="1858" y="4250"/>
                    <a:pt x="2593" y="4250"/>
                  </a:cubicBezTo>
                  <a:cubicBezTo>
                    <a:pt x="3325" y="4250"/>
                    <a:pt x="3919" y="4123"/>
                    <a:pt x="3919" y="3969"/>
                  </a:cubicBezTo>
                  <a:cubicBezTo>
                    <a:pt x="3919" y="3958"/>
                    <a:pt x="5102" y="463"/>
                    <a:pt x="5102" y="463"/>
                  </a:cubicBezTo>
                  <a:cubicBezTo>
                    <a:pt x="5179" y="238"/>
                    <a:pt x="5009" y="1"/>
                    <a:pt x="4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5"/>
            <p:cNvSpPr/>
            <p:nvPr/>
          </p:nvSpPr>
          <p:spPr>
            <a:xfrm>
              <a:off x="1032520" y="3975076"/>
              <a:ext cx="696743" cy="127826"/>
            </a:xfrm>
            <a:custGeom>
              <a:avLst/>
              <a:gdLst/>
              <a:ahLst/>
              <a:cxnLst/>
              <a:rect l="l" t="t" r="r" b="b"/>
              <a:pathLst>
                <a:path w="5031" h="923" extrusionOk="0">
                  <a:moveTo>
                    <a:pt x="2516" y="1"/>
                  </a:moveTo>
                  <a:cubicBezTo>
                    <a:pt x="1126" y="1"/>
                    <a:pt x="0" y="207"/>
                    <a:pt x="0" y="463"/>
                  </a:cubicBezTo>
                  <a:cubicBezTo>
                    <a:pt x="0" y="716"/>
                    <a:pt x="1126" y="923"/>
                    <a:pt x="2516" y="923"/>
                  </a:cubicBezTo>
                  <a:cubicBezTo>
                    <a:pt x="3905" y="923"/>
                    <a:pt x="5031" y="716"/>
                    <a:pt x="5031" y="463"/>
                  </a:cubicBezTo>
                  <a:cubicBezTo>
                    <a:pt x="5031" y="207"/>
                    <a:pt x="3905" y="1"/>
                    <a:pt x="2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5"/>
            <p:cNvSpPr/>
            <p:nvPr/>
          </p:nvSpPr>
          <p:spPr>
            <a:xfrm>
              <a:off x="1058002" y="4022716"/>
              <a:ext cx="646194" cy="80186"/>
            </a:xfrm>
            <a:custGeom>
              <a:avLst/>
              <a:gdLst/>
              <a:ahLst/>
              <a:cxnLst/>
              <a:rect l="l" t="t" r="r" b="b"/>
              <a:pathLst>
                <a:path w="4666" h="579" extrusionOk="0">
                  <a:moveTo>
                    <a:pt x="2332" y="1"/>
                  </a:moveTo>
                  <a:cubicBezTo>
                    <a:pt x="1275" y="1"/>
                    <a:pt x="375" y="122"/>
                    <a:pt x="1" y="290"/>
                  </a:cubicBezTo>
                  <a:cubicBezTo>
                    <a:pt x="372" y="460"/>
                    <a:pt x="1275" y="579"/>
                    <a:pt x="2332" y="579"/>
                  </a:cubicBezTo>
                  <a:cubicBezTo>
                    <a:pt x="3388" y="579"/>
                    <a:pt x="4288" y="460"/>
                    <a:pt x="4665" y="290"/>
                  </a:cubicBezTo>
                  <a:cubicBezTo>
                    <a:pt x="4294" y="122"/>
                    <a:pt x="3388" y="1"/>
                    <a:pt x="23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5"/>
            <p:cNvSpPr/>
            <p:nvPr/>
          </p:nvSpPr>
          <p:spPr>
            <a:xfrm>
              <a:off x="715100" y="3494651"/>
              <a:ext cx="545789" cy="411731"/>
            </a:xfrm>
            <a:custGeom>
              <a:avLst/>
              <a:gdLst/>
              <a:ahLst/>
              <a:cxnLst/>
              <a:rect l="l" t="t" r="r" b="b"/>
              <a:pathLst>
                <a:path w="3941" h="2973" extrusionOk="0">
                  <a:moveTo>
                    <a:pt x="224" y="0"/>
                  </a:moveTo>
                  <a:cubicBezTo>
                    <a:pt x="88" y="0"/>
                    <a:pt x="3" y="113"/>
                    <a:pt x="3" y="113"/>
                  </a:cubicBezTo>
                  <a:cubicBezTo>
                    <a:pt x="0" y="443"/>
                    <a:pt x="182" y="740"/>
                    <a:pt x="691" y="947"/>
                  </a:cubicBezTo>
                  <a:cubicBezTo>
                    <a:pt x="1200" y="1153"/>
                    <a:pt x="787" y="1599"/>
                    <a:pt x="1302" y="2116"/>
                  </a:cubicBezTo>
                  <a:cubicBezTo>
                    <a:pt x="1496" y="2311"/>
                    <a:pt x="1650" y="2343"/>
                    <a:pt x="1795" y="2343"/>
                  </a:cubicBezTo>
                  <a:cubicBezTo>
                    <a:pt x="1866" y="2343"/>
                    <a:pt x="1935" y="2335"/>
                    <a:pt x="2006" y="2335"/>
                  </a:cubicBezTo>
                  <a:cubicBezTo>
                    <a:pt x="2177" y="2335"/>
                    <a:pt x="2358" y="2380"/>
                    <a:pt x="2601" y="2686"/>
                  </a:cubicBezTo>
                  <a:cubicBezTo>
                    <a:pt x="2768" y="2899"/>
                    <a:pt x="2959" y="2972"/>
                    <a:pt x="3144" y="2972"/>
                  </a:cubicBezTo>
                  <a:cubicBezTo>
                    <a:pt x="3559" y="2972"/>
                    <a:pt x="3941" y="2598"/>
                    <a:pt x="3941" y="2598"/>
                  </a:cubicBezTo>
                  <a:cubicBezTo>
                    <a:pt x="3897" y="1268"/>
                    <a:pt x="3179" y="1048"/>
                    <a:pt x="2631" y="963"/>
                  </a:cubicBezTo>
                  <a:cubicBezTo>
                    <a:pt x="2108" y="882"/>
                    <a:pt x="2187" y="201"/>
                    <a:pt x="1801" y="201"/>
                  </a:cubicBezTo>
                  <a:cubicBezTo>
                    <a:pt x="1783" y="201"/>
                    <a:pt x="1763" y="203"/>
                    <a:pt x="1742" y="206"/>
                  </a:cubicBezTo>
                  <a:cubicBezTo>
                    <a:pt x="1463" y="250"/>
                    <a:pt x="1178" y="368"/>
                    <a:pt x="931" y="368"/>
                  </a:cubicBezTo>
                  <a:cubicBezTo>
                    <a:pt x="776" y="368"/>
                    <a:pt x="637" y="322"/>
                    <a:pt x="523" y="182"/>
                  </a:cubicBezTo>
                  <a:cubicBezTo>
                    <a:pt x="410" y="43"/>
                    <a:pt x="307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5"/>
            <p:cNvSpPr/>
            <p:nvPr/>
          </p:nvSpPr>
          <p:spPr>
            <a:xfrm>
              <a:off x="1157161" y="3115325"/>
              <a:ext cx="354950" cy="650765"/>
            </a:xfrm>
            <a:custGeom>
              <a:avLst/>
              <a:gdLst/>
              <a:ahLst/>
              <a:cxnLst/>
              <a:rect l="l" t="t" r="r" b="b"/>
              <a:pathLst>
                <a:path w="2563" h="4699" extrusionOk="0">
                  <a:moveTo>
                    <a:pt x="1974" y="1"/>
                  </a:moveTo>
                  <a:cubicBezTo>
                    <a:pt x="1903" y="1"/>
                    <a:pt x="1468" y="17"/>
                    <a:pt x="1505" y="414"/>
                  </a:cubicBezTo>
                  <a:cubicBezTo>
                    <a:pt x="1547" y="849"/>
                    <a:pt x="1118" y="865"/>
                    <a:pt x="870" y="1429"/>
                  </a:cubicBezTo>
                  <a:cubicBezTo>
                    <a:pt x="625" y="1993"/>
                    <a:pt x="1258" y="2351"/>
                    <a:pt x="628" y="2775"/>
                  </a:cubicBezTo>
                  <a:cubicBezTo>
                    <a:pt x="0" y="3196"/>
                    <a:pt x="449" y="4445"/>
                    <a:pt x="1175" y="4668"/>
                  </a:cubicBezTo>
                  <a:cubicBezTo>
                    <a:pt x="1243" y="4689"/>
                    <a:pt x="1307" y="4699"/>
                    <a:pt x="1368" y="4699"/>
                  </a:cubicBezTo>
                  <a:cubicBezTo>
                    <a:pt x="1962" y="4699"/>
                    <a:pt x="2246" y="3778"/>
                    <a:pt x="2086" y="3344"/>
                  </a:cubicBezTo>
                  <a:cubicBezTo>
                    <a:pt x="1916" y="2866"/>
                    <a:pt x="1588" y="2549"/>
                    <a:pt x="2078" y="1938"/>
                  </a:cubicBezTo>
                  <a:cubicBezTo>
                    <a:pt x="2562" y="1322"/>
                    <a:pt x="1962" y="948"/>
                    <a:pt x="2086" y="664"/>
                  </a:cubicBezTo>
                  <a:cubicBezTo>
                    <a:pt x="2207" y="383"/>
                    <a:pt x="2111" y="84"/>
                    <a:pt x="1984" y="1"/>
                  </a:cubicBezTo>
                  <a:cubicBezTo>
                    <a:pt x="1984" y="1"/>
                    <a:pt x="1981" y="1"/>
                    <a:pt x="19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5"/>
            <p:cNvSpPr/>
            <p:nvPr/>
          </p:nvSpPr>
          <p:spPr>
            <a:xfrm>
              <a:off x="1405198" y="3473739"/>
              <a:ext cx="539003" cy="400375"/>
            </a:xfrm>
            <a:custGeom>
              <a:avLst/>
              <a:gdLst/>
              <a:ahLst/>
              <a:cxnLst/>
              <a:rect l="l" t="t" r="r" b="b"/>
              <a:pathLst>
                <a:path w="3892" h="2891" extrusionOk="0">
                  <a:moveTo>
                    <a:pt x="3630" y="0"/>
                  </a:moveTo>
                  <a:cubicBezTo>
                    <a:pt x="3583" y="0"/>
                    <a:pt x="3514" y="17"/>
                    <a:pt x="3421" y="55"/>
                  </a:cubicBezTo>
                  <a:cubicBezTo>
                    <a:pt x="3139" y="170"/>
                    <a:pt x="2969" y="193"/>
                    <a:pt x="2788" y="193"/>
                  </a:cubicBezTo>
                  <a:cubicBezTo>
                    <a:pt x="2663" y="193"/>
                    <a:pt x="2532" y="182"/>
                    <a:pt x="2354" y="182"/>
                  </a:cubicBezTo>
                  <a:cubicBezTo>
                    <a:pt x="2237" y="182"/>
                    <a:pt x="2099" y="187"/>
                    <a:pt x="1930" y="203"/>
                  </a:cubicBezTo>
                  <a:cubicBezTo>
                    <a:pt x="1132" y="278"/>
                    <a:pt x="1630" y="875"/>
                    <a:pt x="815" y="1048"/>
                  </a:cubicBezTo>
                  <a:cubicBezTo>
                    <a:pt x="1" y="1224"/>
                    <a:pt x="557" y="2589"/>
                    <a:pt x="557" y="2589"/>
                  </a:cubicBezTo>
                  <a:cubicBezTo>
                    <a:pt x="858" y="2806"/>
                    <a:pt x="1072" y="2891"/>
                    <a:pt x="1231" y="2891"/>
                  </a:cubicBezTo>
                  <a:cubicBezTo>
                    <a:pt x="1745" y="2891"/>
                    <a:pt x="1705" y="2011"/>
                    <a:pt x="2265" y="1791"/>
                  </a:cubicBezTo>
                  <a:cubicBezTo>
                    <a:pt x="3000" y="1499"/>
                    <a:pt x="2367" y="1164"/>
                    <a:pt x="2975" y="814"/>
                  </a:cubicBezTo>
                  <a:cubicBezTo>
                    <a:pt x="3491" y="518"/>
                    <a:pt x="3892" y="0"/>
                    <a:pt x="36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5"/>
            <p:cNvSpPr/>
            <p:nvPr/>
          </p:nvSpPr>
          <p:spPr>
            <a:xfrm>
              <a:off x="969230" y="3658763"/>
              <a:ext cx="410207" cy="422810"/>
            </a:xfrm>
            <a:custGeom>
              <a:avLst/>
              <a:gdLst/>
              <a:ahLst/>
              <a:cxnLst/>
              <a:rect l="l" t="t" r="r" b="b"/>
              <a:pathLst>
                <a:path w="2962" h="3053" extrusionOk="0">
                  <a:moveTo>
                    <a:pt x="1" y="1"/>
                  </a:moveTo>
                  <a:lnTo>
                    <a:pt x="1" y="1"/>
                  </a:lnTo>
                  <a:cubicBezTo>
                    <a:pt x="81" y="53"/>
                    <a:pt x="166" y="92"/>
                    <a:pt x="237" y="136"/>
                  </a:cubicBezTo>
                  <a:cubicBezTo>
                    <a:pt x="317" y="177"/>
                    <a:pt x="400" y="221"/>
                    <a:pt x="480" y="268"/>
                  </a:cubicBezTo>
                  <a:cubicBezTo>
                    <a:pt x="642" y="356"/>
                    <a:pt x="799" y="452"/>
                    <a:pt x="950" y="551"/>
                  </a:cubicBezTo>
                  <a:cubicBezTo>
                    <a:pt x="1255" y="752"/>
                    <a:pt x="1544" y="975"/>
                    <a:pt x="1806" y="1225"/>
                  </a:cubicBezTo>
                  <a:cubicBezTo>
                    <a:pt x="1941" y="1349"/>
                    <a:pt x="2064" y="1481"/>
                    <a:pt x="2177" y="1622"/>
                  </a:cubicBezTo>
                  <a:cubicBezTo>
                    <a:pt x="2296" y="1762"/>
                    <a:pt x="2403" y="1911"/>
                    <a:pt x="2499" y="2062"/>
                  </a:cubicBezTo>
                  <a:cubicBezTo>
                    <a:pt x="2695" y="2365"/>
                    <a:pt x="2843" y="2703"/>
                    <a:pt x="2962" y="3053"/>
                  </a:cubicBezTo>
                  <a:cubicBezTo>
                    <a:pt x="2912" y="2689"/>
                    <a:pt x="2791" y="2323"/>
                    <a:pt x="2609" y="1996"/>
                  </a:cubicBezTo>
                  <a:cubicBezTo>
                    <a:pt x="2430" y="1666"/>
                    <a:pt x="2191" y="1371"/>
                    <a:pt x="1921" y="1110"/>
                  </a:cubicBezTo>
                  <a:cubicBezTo>
                    <a:pt x="1784" y="983"/>
                    <a:pt x="1641" y="859"/>
                    <a:pt x="1489" y="749"/>
                  </a:cubicBezTo>
                  <a:cubicBezTo>
                    <a:pt x="1338" y="642"/>
                    <a:pt x="1181" y="535"/>
                    <a:pt x="1019" y="447"/>
                  </a:cubicBezTo>
                  <a:cubicBezTo>
                    <a:pt x="856" y="353"/>
                    <a:pt x="691" y="271"/>
                    <a:pt x="521" y="199"/>
                  </a:cubicBezTo>
                  <a:cubicBezTo>
                    <a:pt x="435" y="161"/>
                    <a:pt x="347" y="125"/>
                    <a:pt x="262" y="94"/>
                  </a:cubicBezTo>
                  <a:cubicBezTo>
                    <a:pt x="177" y="61"/>
                    <a:pt x="86" y="3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5"/>
            <p:cNvSpPr/>
            <p:nvPr/>
          </p:nvSpPr>
          <p:spPr>
            <a:xfrm>
              <a:off x="1306870" y="3334833"/>
              <a:ext cx="64952" cy="672092"/>
            </a:xfrm>
            <a:custGeom>
              <a:avLst/>
              <a:gdLst/>
              <a:ahLst/>
              <a:cxnLst/>
              <a:rect l="l" t="t" r="r" b="b"/>
              <a:pathLst>
                <a:path w="469" h="4853" extrusionOk="0">
                  <a:moveTo>
                    <a:pt x="469" y="1"/>
                  </a:moveTo>
                  <a:cubicBezTo>
                    <a:pt x="312" y="383"/>
                    <a:pt x="204" y="785"/>
                    <a:pt x="133" y="1190"/>
                  </a:cubicBezTo>
                  <a:cubicBezTo>
                    <a:pt x="116" y="1292"/>
                    <a:pt x="94" y="1391"/>
                    <a:pt x="81" y="1495"/>
                  </a:cubicBezTo>
                  <a:lnTo>
                    <a:pt x="42" y="1801"/>
                  </a:lnTo>
                  <a:cubicBezTo>
                    <a:pt x="25" y="2007"/>
                    <a:pt x="9" y="2213"/>
                    <a:pt x="6" y="2420"/>
                  </a:cubicBezTo>
                  <a:cubicBezTo>
                    <a:pt x="1" y="2524"/>
                    <a:pt x="1" y="2626"/>
                    <a:pt x="6" y="2731"/>
                  </a:cubicBezTo>
                  <a:cubicBezTo>
                    <a:pt x="9" y="2832"/>
                    <a:pt x="9" y="2937"/>
                    <a:pt x="14" y="3039"/>
                  </a:cubicBezTo>
                  <a:cubicBezTo>
                    <a:pt x="37" y="3245"/>
                    <a:pt x="48" y="3452"/>
                    <a:pt x="83" y="3655"/>
                  </a:cubicBezTo>
                  <a:cubicBezTo>
                    <a:pt x="138" y="4065"/>
                    <a:pt x="254" y="4467"/>
                    <a:pt x="391" y="4852"/>
                  </a:cubicBezTo>
                  <a:cubicBezTo>
                    <a:pt x="317" y="4445"/>
                    <a:pt x="240" y="4046"/>
                    <a:pt x="207" y="3641"/>
                  </a:cubicBezTo>
                  <a:cubicBezTo>
                    <a:pt x="185" y="3438"/>
                    <a:pt x="180" y="3234"/>
                    <a:pt x="166" y="3031"/>
                  </a:cubicBezTo>
                  <a:cubicBezTo>
                    <a:pt x="163" y="2830"/>
                    <a:pt x="152" y="2626"/>
                    <a:pt x="163" y="2422"/>
                  </a:cubicBezTo>
                  <a:cubicBezTo>
                    <a:pt x="171" y="2018"/>
                    <a:pt x="202" y="1611"/>
                    <a:pt x="254" y="1209"/>
                  </a:cubicBezTo>
                  <a:cubicBezTo>
                    <a:pt x="303" y="804"/>
                    <a:pt x="372" y="400"/>
                    <a:pt x="4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5"/>
            <p:cNvSpPr/>
            <p:nvPr/>
          </p:nvSpPr>
          <p:spPr>
            <a:xfrm>
              <a:off x="1422371" y="3598658"/>
              <a:ext cx="296230" cy="467681"/>
            </a:xfrm>
            <a:custGeom>
              <a:avLst/>
              <a:gdLst/>
              <a:ahLst/>
              <a:cxnLst/>
              <a:rect l="l" t="t" r="r" b="b"/>
              <a:pathLst>
                <a:path w="2139" h="3377" extrusionOk="0">
                  <a:moveTo>
                    <a:pt x="2139" y="0"/>
                  </a:moveTo>
                  <a:cubicBezTo>
                    <a:pt x="1817" y="129"/>
                    <a:pt x="1517" y="330"/>
                    <a:pt x="1244" y="556"/>
                  </a:cubicBezTo>
                  <a:cubicBezTo>
                    <a:pt x="975" y="787"/>
                    <a:pt x="732" y="1051"/>
                    <a:pt x="537" y="1351"/>
                  </a:cubicBezTo>
                  <a:cubicBezTo>
                    <a:pt x="441" y="1500"/>
                    <a:pt x="350" y="1657"/>
                    <a:pt x="278" y="1819"/>
                  </a:cubicBezTo>
                  <a:cubicBezTo>
                    <a:pt x="210" y="1984"/>
                    <a:pt x="149" y="2149"/>
                    <a:pt x="108" y="2325"/>
                  </a:cubicBezTo>
                  <a:cubicBezTo>
                    <a:pt x="20" y="2669"/>
                    <a:pt x="1" y="3030"/>
                    <a:pt x="42" y="3376"/>
                  </a:cubicBezTo>
                  <a:cubicBezTo>
                    <a:pt x="69" y="3027"/>
                    <a:pt x="124" y="2686"/>
                    <a:pt x="232" y="2358"/>
                  </a:cubicBezTo>
                  <a:cubicBezTo>
                    <a:pt x="336" y="2034"/>
                    <a:pt x="485" y="1725"/>
                    <a:pt x="675" y="1439"/>
                  </a:cubicBezTo>
                  <a:cubicBezTo>
                    <a:pt x="859" y="1156"/>
                    <a:pt x="1087" y="894"/>
                    <a:pt x="1332" y="652"/>
                  </a:cubicBezTo>
                  <a:cubicBezTo>
                    <a:pt x="1580" y="413"/>
                    <a:pt x="1847" y="193"/>
                    <a:pt x="2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" name="Straight Connector 2"/>
          <p:cNvCxnSpPr/>
          <p:nvPr/>
        </p:nvCxnSpPr>
        <p:spPr>
          <a:xfrm flipH="1">
            <a:off x="7044897" y="-5532"/>
            <a:ext cx="6609" cy="576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66553" y="2599373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37928" y="246450"/>
            <a:ext cx="6060000" cy="763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Group Members</a:t>
            </a:r>
            <a:endParaRPr dirty="0"/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522940" y="3388441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680189" y="2867353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484552" y="3365031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Oval 2"/>
          <p:cNvSpPr/>
          <p:nvPr/>
        </p:nvSpPr>
        <p:spPr>
          <a:xfrm>
            <a:off x="1591903" y="1163802"/>
            <a:ext cx="921715" cy="90708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4107070" y="1163801"/>
            <a:ext cx="921715" cy="907085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2848999" y="2517745"/>
            <a:ext cx="921715" cy="907085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5518634" y="2517745"/>
            <a:ext cx="921715" cy="907085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329182" y="2128473"/>
            <a:ext cx="1447156" cy="5383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Ibrar Ahmad</a:t>
            </a:r>
          </a:p>
          <a:p>
            <a:pPr algn="ctr"/>
            <a:r>
              <a:rPr lang="en-US" dirty="0"/>
              <a:t>FA22-BCS-101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43375" y="2128473"/>
            <a:ext cx="1447156" cy="5383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Aqib Shehzad</a:t>
            </a:r>
          </a:p>
          <a:p>
            <a:pPr algn="ctr"/>
            <a:r>
              <a:rPr lang="en-US" dirty="0"/>
              <a:t>FA22-BCS-118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72785" y="2128473"/>
            <a:ext cx="1447156" cy="5383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Abdul Wasay</a:t>
            </a:r>
          </a:p>
          <a:p>
            <a:pPr algn="ctr"/>
            <a:r>
              <a:rPr lang="en-US" dirty="0"/>
              <a:t>FA22-BCS-127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86278" y="3488396"/>
            <a:ext cx="1447156" cy="5383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Kashif Ali</a:t>
            </a:r>
          </a:p>
          <a:p>
            <a:pPr algn="ctr"/>
            <a:r>
              <a:rPr lang="en-US" dirty="0"/>
              <a:t>FA22-BCS-139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55913" y="3495444"/>
            <a:ext cx="1447156" cy="5383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Junaid Ahmad</a:t>
            </a:r>
          </a:p>
          <a:p>
            <a:pPr algn="ctr"/>
            <a:r>
              <a:rPr lang="en-US" dirty="0"/>
              <a:t>FA22-BCS-154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068FE-93AF-6DEE-382A-8EFB106B5A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863" y="973982"/>
            <a:ext cx="1082440" cy="10223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sx="1000" sy="1000" rotWithShape="0">
              <a:srgbClr val="000000">
                <a:alpha val="47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7"/>
          <p:cNvSpPr txBox="1">
            <a:spLocks noGrp="1"/>
          </p:cNvSpPr>
          <p:nvPr>
            <p:ph type="title"/>
          </p:nvPr>
        </p:nvSpPr>
        <p:spPr>
          <a:xfrm>
            <a:off x="785837" y="1361737"/>
            <a:ext cx="465062" cy="311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1</a:t>
            </a:r>
            <a:endParaRPr sz="1800" dirty="0"/>
          </a:p>
        </p:txBody>
      </p:sp>
      <p:sp>
        <p:nvSpPr>
          <p:cNvPr id="885" name="Google Shape;885;p47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86" name="Google Shape;886;p47"/>
          <p:cNvSpPr txBox="1">
            <a:spLocks noGrp="1"/>
          </p:cNvSpPr>
          <p:nvPr>
            <p:ph type="subTitle" idx="9"/>
          </p:nvPr>
        </p:nvSpPr>
        <p:spPr>
          <a:xfrm>
            <a:off x="1340169" y="2722143"/>
            <a:ext cx="2518057" cy="418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/>
              <a:t>Bivariate Charts</a:t>
            </a:r>
          </a:p>
        </p:txBody>
      </p:sp>
      <p:grpSp>
        <p:nvGrpSpPr>
          <p:cNvPr id="890" name="Google Shape;890;p47"/>
          <p:cNvGrpSpPr/>
          <p:nvPr/>
        </p:nvGrpSpPr>
        <p:grpSpPr>
          <a:xfrm>
            <a:off x="7707889" y="523226"/>
            <a:ext cx="677178" cy="509980"/>
            <a:chOff x="3310500" y="2299375"/>
            <a:chExt cx="276625" cy="208325"/>
          </a:xfrm>
        </p:grpSpPr>
        <p:sp>
          <p:nvSpPr>
            <p:cNvPr id="891" name="Google Shape;891;p47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7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7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7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7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7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7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7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47"/>
          <p:cNvGrpSpPr/>
          <p:nvPr/>
        </p:nvGrpSpPr>
        <p:grpSpPr>
          <a:xfrm>
            <a:off x="7707899" y="3320330"/>
            <a:ext cx="895138" cy="1493794"/>
            <a:chOff x="10165686" y="3312980"/>
            <a:chExt cx="895138" cy="1493794"/>
          </a:xfrm>
        </p:grpSpPr>
        <p:grpSp>
          <p:nvGrpSpPr>
            <p:cNvPr id="907" name="Google Shape;907;p47"/>
            <p:cNvGrpSpPr/>
            <p:nvPr/>
          </p:nvGrpSpPr>
          <p:grpSpPr>
            <a:xfrm>
              <a:off x="10165686" y="3312980"/>
              <a:ext cx="895138" cy="1103814"/>
              <a:chOff x="10165686" y="3312980"/>
              <a:chExt cx="895138" cy="1103814"/>
            </a:xfrm>
          </p:grpSpPr>
          <p:sp>
            <p:nvSpPr>
              <p:cNvPr id="908" name="Google Shape;908;p47"/>
              <p:cNvSpPr/>
              <p:nvPr/>
            </p:nvSpPr>
            <p:spPr>
              <a:xfrm>
                <a:off x="10165686" y="3901338"/>
                <a:ext cx="386457" cy="142279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525" extrusionOk="0">
                    <a:moveTo>
                      <a:pt x="1" y="0"/>
                    </a:moveTo>
                    <a:cubicBezTo>
                      <a:pt x="2" y="0"/>
                      <a:pt x="3" y="1"/>
                      <a:pt x="5" y="1"/>
                    </a:cubicBezTo>
                    <a:lnTo>
                      <a:pt x="5" y="1"/>
                    </a:lnTo>
                    <a:cubicBezTo>
                      <a:pt x="3" y="0"/>
                      <a:pt x="2" y="0"/>
                      <a:pt x="1" y="0"/>
                    </a:cubicBezTo>
                    <a:close/>
                    <a:moveTo>
                      <a:pt x="5" y="1"/>
                    </a:moveTo>
                    <a:cubicBezTo>
                      <a:pt x="27" y="5"/>
                      <a:pt x="60" y="45"/>
                      <a:pt x="78" y="55"/>
                    </a:cubicBezTo>
                    <a:lnTo>
                      <a:pt x="108" y="77"/>
                    </a:lnTo>
                    <a:cubicBezTo>
                      <a:pt x="122" y="86"/>
                      <a:pt x="138" y="97"/>
                      <a:pt x="157" y="105"/>
                    </a:cubicBezTo>
                    <a:cubicBezTo>
                      <a:pt x="157" y="108"/>
                      <a:pt x="160" y="108"/>
                      <a:pt x="160" y="108"/>
                    </a:cubicBezTo>
                    <a:cubicBezTo>
                      <a:pt x="229" y="138"/>
                      <a:pt x="298" y="168"/>
                      <a:pt x="364" y="207"/>
                    </a:cubicBezTo>
                    <a:cubicBezTo>
                      <a:pt x="405" y="231"/>
                      <a:pt x="449" y="259"/>
                      <a:pt x="496" y="284"/>
                    </a:cubicBezTo>
                    <a:cubicBezTo>
                      <a:pt x="548" y="311"/>
                      <a:pt x="603" y="339"/>
                      <a:pt x="658" y="355"/>
                    </a:cubicBezTo>
                    <a:cubicBezTo>
                      <a:pt x="686" y="361"/>
                      <a:pt x="716" y="366"/>
                      <a:pt x="746" y="372"/>
                    </a:cubicBezTo>
                    <a:cubicBezTo>
                      <a:pt x="862" y="399"/>
                      <a:pt x="975" y="441"/>
                      <a:pt x="1085" y="482"/>
                    </a:cubicBezTo>
                    <a:cubicBezTo>
                      <a:pt x="1159" y="510"/>
                      <a:pt x="1239" y="524"/>
                      <a:pt x="1318" y="524"/>
                    </a:cubicBezTo>
                    <a:cubicBezTo>
                      <a:pt x="1342" y="524"/>
                      <a:pt x="1365" y="523"/>
                      <a:pt x="1387" y="520"/>
                    </a:cubicBezTo>
                    <a:cubicBezTo>
                      <a:pt x="1404" y="520"/>
                      <a:pt x="1426" y="509"/>
                      <a:pt x="1426" y="493"/>
                    </a:cubicBezTo>
                    <a:cubicBezTo>
                      <a:pt x="1420" y="479"/>
                      <a:pt x="1401" y="479"/>
                      <a:pt x="1385" y="479"/>
                    </a:cubicBezTo>
                    <a:cubicBezTo>
                      <a:pt x="1380" y="479"/>
                      <a:pt x="1376" y="479"/>
                      <a:pt x="1371" y="479"/>
                    </a:cubicBezTo>
                    <a:cubicBezTo>
                      <a:pt x="1313" y="479"/>
                      <a:pt x="1262" y="463"/>
                      <a:pt x="1211" y="438"/>
                    </a:cubicBezTo>
                    <a:cubicBezTo>
                      <a:pt x="1165" y="416"/>
                      <a:pt x="1121" y="388"/>
                      <a:pt x="1071" y="369"/>
                    </a:cubicBezTo>
                    <a:cubicBezTo>
                      <a:pt x="1021" y="347"/>
                      <a:pt x="972" y="330"/>
                      <a:pt x="922" y="311"/>
                    </a:cubicBezTo>
                    <a:cubicBezTo>
                      <a:pt x="865" y="284"/>
                      <a:pt x="812" y="248"/>
                      <a:pt x="757" y="220"/>
                    </a:cubicBezTo>
                    <a:cubicBezTo>
                      <a:pt x="746" y="215"/>
                      <a:pt x="733" y="209"/>
                      <a:pt x="724" y="204"/>
                    </a:cubicBezTo>
                    <a:cubicBezTo>
                      <a:pt x="669" y="176"/>
                      <a:pt x="606" y="160"/>
                      <a:pt x="548" y="138"/>
                    </a:cubicBezTo>
                    <a:cubicBezTo>
                      <a:pt x="540" y="135"/>
                      <a:pt x="532" y="132"/>
                      <a:pt x="523" y="127"/>
                    </a:cubicBezTo>
                    <a:cubicBezTo>
                      <a:pt x="477" y="110"/>
                      <a:pt x="427" y="88"/>
                      <a:pt x="380" y="72"/>
                    </a:cubicBezTo>
                    <a:cubicBezTo>
                      <a:pt x="261" y="31"/>
                      <a:pt x="127" y="14"/>
                      <a:pt x="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47"/>
              <p:cNvSpPr/>
              <p:nvPr/>
            </p:nvSpPr>
            <p:spPr>
              <a:xfrm>
                <a:off x="10197123" y="3748490"/>
                <a:ext cx="365589" cy="272905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007" extrusionOk="0">
                    <a:moveTo>
                      <a:pt x="0" y="0"/>
                    </a:moveTo>
                    <a:cubicBezTo>
                      <a:pt x="55" y="66"/>
                      <a:pt x="105" y="138"/>
                      <a:pt x="165" y="201"/>
                    </a:cubicBezTo>
                    <a:cubicBezTo>
                      <a:pt x="196" y="234"/>
                      <a:pt x="234" y="270"/>
                      <a:pt x="267" y="300"/>
                    </a:cubicBezTo>
                    <a:cubicBezTo>
                      <a:pt x="289" y="319"/>
                      <a:pt x="308" y="336"/>
                      <a:pt x="330" y="358"/>
                    </a:cubicBezTo>
                    <a:cubicBezTo>
                      <a:pt x="363" y="394"/>
                      <a:pt x="399" y="427"/>
                      <a:pt x="429" y="462"/>
                    </a:cubicBezTo>
                    <a:cubicBezTo>
                      <a:pt x="462" y="495"/>
                      <a:pt x="495" y="531"/>
                      <a:pt x="531" y="561"/>
                    </a:cubicBezTo>
                    <a:cubicBezTo>
                      <a:pt x="537" y="561"/>
                      <a:pt x="537" y="564"/>
                      <a:pt x="540" y="564"/>
                    </a:cubicBezTo>
                    <a:cubicBezTo>
                      <a:pt x="663" y="663"/>
                      <a:pt x="801" y="746"/>
                      <a:pt x="941" y="826"/>
                    </a:cubicBezTo>
                    <a:cubicBezTo>
                      <a:pt x="952" y="834"/>
                      <a:pt x="966" y="839"/>
                      <a:pt x="977" y="842"/>
                    </a:cubicBezTo>
                    <a:cubicBezTo>
                      <a:pt x="994" y="850"/>
                      <a:pt x="1010" y="856"/>
                      <a:pt x="1024" y="867"/>
                    </a:cubicBezTo>
                    <a:cubicBezTo>
                      <a:pt x="1054" y="883"/>
                      <a:pt x="1087" y="905"/>
                      <a:pt x="1117" y="922"/>
                    </a:cubicBezTo>
                    <a:cubicBezTo>
                      <a:pt x="1183" y="958"/>
                      <a:pt x="1247" y="985"/>
                      <a:pt x="1315" y="1005"/>
                    </a:cubicBezTo>
                    <a:cubicBezTo>
                      <a:pt x="1321" y="1006"/>
                      <a:pt x="1326" y="1007"/>
                      <a:pt x="1330" y="1007"/>
                    </a:cubicBezTo>
                    <a:cubicBezTo>
                      <a:pt x="1334" y="1007"/>
                      <a:pt x="1338" y="1006"/>
                      <a:pt x="1340" y="1005"/>
                    </a:cubicBezTo>
                    <a:cubicBezTo>
                      <a:pt x="1349" y="1002"/>
                      <a:pt x="1349" y="999"/>
                      <a:pt x="1335" y="985"/>
                    </a:cubicBezTo>
                    <a:cubicBezTo>
                      <a:pt x="1335" y="977"/>
                      <a:pt x="1327" y="971"/>
                      <a:pt x="1321" y="963"/>
                    </a:cubicBezTo>
                    <a:cubicBezTo>
                      <a:pt x="1255" y="908"/>
                      <a:pt x="1183" y="856"/>
                      <a:pt x="1115" y="806"/>
                    </a:cubicBezTo>
                    <a:cubicBezTo>
                      <a:pt x="1062" y="765"/>
                      <a:pt x="1010" y="724"/>
                      <a:pt x="963" y="677"/>
                    </a:cubicBezTo>
                    <a:cubicBezTo>
                      <a:pt x="897" y="617"/>
                      <a:pt x="831" y="553"/>
                      <a:pt x="762" y="495"/>
                    </a:cubicBezTo>
                    <a:cubicBezTo>
                      <a:pt x="702" y="440"/>
                      <a:pt x="636" y="388"/>
                      <a:pt x="570" y="341"/>
                    </a:cubicBezTo>
                    <a:cubicBezTo>
                      <a:pt x="531" y="314"/>
                      <a:pt x="493" y="286"/>
                      <a:pt x="457" y="262"/>
                    </a:cubicBezTo>
                    <a:lnTo>
                      <a:pt x="454" y="262"/>
                    </a:lnTo>
                    <a:cubicBezTo>
                      <a:pt x="449" y="259"/>
                      <a:pt x="446" y="259"/>
                      <a:pt x="443" y="256"/>
                    </a:cubicBezTo>
                    <a:lnTo>
                      <a:pt x="369" y="204"/>
                    </a:lnTo>
                    <a:cubicBezTo>
                      <a:pt x="322" y="174"/>
                      <a:pt x="275" y="140"/>
                      <a:pt x="226" y="113"/>
                    </a:cubicBezTo>
                    <a:lnTo>
                      <a:pt x="143" y="72"/>
                    </a:lnTo>
                    <a:cubicBezTo>
                      <a:pt x="118" y="63"/>
                      <a:pt x="94" y="50"/>
                      <a:pt x="72" y="36"/>
                    </a:cubicBezTo>
                    <a:cubicBezTo>
                      <a:pt x="47" y="22"/>
                      <a:pt x="22" y="8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7"/>
              <p:cNvSpPr/>
              <p:nvPr/>
            </p:nvSpPr>
            <p:spPr>
              <a:xfrm>
                <a:off x="10228289" y="3632769"/>
                <a:ext cx="339572" cy="358272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322" extrusionOk="0">
                    <a:moveTo>
                      <a:pt x="1" y="1"/>
                    </a:moveTo>
                    <a:cubicBezTo>
                      <a:pt x="39" y="67"/>
                      <a:pt x="81" y="127"/>
                      <a:pt x="122" y="191"/>
                    </a:cubicBezTo>
                    <a:cubicBezTo>
                      <a:pt x="147" y="232"/>
                      <a:pt x="174" y="273"/>
                      <a:pt x="202" y="312"/>
                    </a:cubicBezTo>
                    <a:cubicBezTo>
                      <a:pt x="251" y="386"/>
                      <a:pt x="306" y="457"/>
                      <a:pt x="367" y="526"/>
                    </a:cubicBezTo>
                    <a:cubicBezTo>
                      <a:pt x="389" y="554"/>
                      <a:pt x="414" y="581"/>
                      <a:pt x="441" y="606"/>
                    </a:cubicBezTo>
                    <a:cubicBezTo>
                      <a:pt x="482" y="645"/>
                      <a:pt x="524" y="683"/>
                      <a:pt x="568" y="719"/>
                    </a:cubicBezTo>
                    <a:cubicBezTo>
                      <a:pt x="672" y="812"/>
                      <a:pt x="779" y="903"/>
                      <a:pt x="884" y="991"/>
                    </a:cubicBezTo>
                    <a:cubicBezTo>
                      <a:pt x="939" y="1035"/>
                      <a:pt x="991" y="1082"/>
                      <a:pt x="1044" y="1126"/>
                    </a:cubicBezTo>
                    <a:cubicBezTo>
                      <a:pt x="1071" y="1151"/>
                      <a:pt x="1101" y="1173"/>
                      <a:pt x="1129" y="1200"/>
                    </a:cubicBezTo>
                    <a:cubicBezTo>
                      <a:pt x="1156" y="1228"/>
                      <a:pt x="1184" y="1255"/>
                      <a:pt x="1206" y="1291"/>
                    </a:cubicBezTo>
                    <a:cubicBezTo>
                      <a:pt x="1212" y="1305"/>
                      <a:pt x="1225" y="1316"/>
                      <a:pt x="1239" y="1321"/>
                    </a:cubicBezTo>
                    <a:cubicBezTo>
                      <a:pt x="1242" y="1321"/>
                      <a:pt x="1247" y="1321"/>
                      <a:pt x="1247" y="1319"/>
                    </a:cubicBezTo>
                    <a:cubicBezTo>
                      <a:pt x="1253" y="1310"/>
                      <a:pt x="1253" y="1305"/>
                      <a:pt x="1253" y="1302"/>
                    </a:cubicBezTo>
                    <a:lnTo>
                      <a:pt x="1253" y="1297"/>
                    </a:lnTo>
                    <a:lnTo>
                      <a:pt x="1242" y="1277"/>
                    </a:lnTo>
                    <a:cubicBezTo>
                      <a:pt x="1200" y="1206"/>
                      <a:pt x="1151" y="1132"/>
                      <a:pt x="1099" y="1068"/>
                    </a:cubicBezTo>
                    <a:lnTo>
                      <a:pt x="1096" y="1063"/>
                    </a:lnTo>
                    <a:cubicBezTo>
                      <a:pt x="1074" y="1035"/>
                      <a:pt x="1049" y="1013"/>
                      <a:pt x="1027" y="986"/>
                    </a:cubicBezTo>
                    <a:cubicBezTo>
                      <a:pt x="989" y="939"/>
                      <a:pt x="947" y="898"/>
                      <a:pt x="909" y="856"/>
                    </a:cubicBezTo>
                    <a:cubicBezTo>
                      <a:pt x="876" y="821"/>
                      <a:pt x="840" y="779"/>
                      <a:pt x="807" y="741"/>
                    </a:cubicBezTo>
                    <a:cubicBezTo>
                      <a:pt x="752" y="678"/>
                      <a:pt x="697" y="617"/>
                      <a:pt x="636" y="559"/>
                    </a:cubicBezTo>
                    <a:cubicBezTo>
                      <a:pt x="463" y="380"/>
                      <a:pt x="270" y="224"/>
                      <a:pt x="78" y="64"/>
                    </a:cubicBezTo>
                    <a:cubicBezTo>
                      <a:pt x="53" y="42"/>
                      <a:pt x="17" y="2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7"/>
              <p:cNvSpPr/>
              <p:nvPr/>
            </p:nvSpPr>
            <p:spPr>
              <a:xfrm>
                <a:off x="10292518" y="3562036"/>
                <a:ext cx="308136" cy="379682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40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" y="30"/>
                      <a:pt x="25" y="66"/>
                      <a:pt x="39" y="94"/>
                    </a:cubicBezTo>
                    <a:cubicBezTo>
                      <a:pt x="55" y="124"/>
                      <a:pt x="69" y="160"/>
                      <a:pt x="88" y="193"/>
                    </a:cubicBezTo>
                    <a:cubicBezTo>
                      <a:pt x="116" y="256"/>
                      <a:pt x="146" y="311"/>
                      <a:pt x="177" y="369"/>
                    </a:cubicBezTo>
                    <a:lnTo>
                      <a:pt x="188" y="388"/>
                    </a:lnTo>
                    <a:cubicBezTo>
                      <a:pt x="234" y="476"/>
                      <a:pt x="287" y="559"/>
                      <a:pt x="350" y="636"/>
                    </a:cubicBezTo>
                    <a:cubicBezTo>
                      <a:pt x="353" y="636"/>
                      <a:pt x="353" y="641"/>
                      <a:pt x="353" y="641"/>
                    </a:cubicBezTo>
                    <a:cubicBezTo>
                      <a:pt x="391" y="688"/>
                      <a:pt x="435" y="732"/>
                      <a:pt x="476" y="782"/>
                    </a:cubicBezTo>
                    <a:lnTo>
                      <a:pt x="548" y="864"/>
                    </a:lnTo>
                    <a:cubicBezTo>
                      <a:pt x="584" y="903"/>
                      <a:pt x="620" y="944"/>
                      <a:pt x="655" y="980"/>
                    </a:cubicBezTo>
                    <a:cubicBezTo>
                      <a:pt x="699" y="1032"/>
                      <a:pt x="749" y="1082"/>
                      <a:pt x="793" y="1131"/>
                    </a:cubicBezTo>
                    <a:cubicBezTo>
                      <a:pt x="823" y="1170"/>
                      <a:pt x="859" y="1205"/>
                      <a:pt x="895" y="1236"/>
                    </a:cubicBezTo>
                    <a:cubicBezTo>
                      <a:pt x="900" y="1238"/>
                      <a:pt x="900" y="1241"/>
                      <a:pt x="903" y="1241"/>
                    </a:cubicBezTo>
                    <a:lnTo>
                      <a:pt x="997" y="1305"/>
                    </a:lnTo>
                    <a:cubicBezTo>
                      <a:pt x="1041" y="1332"/>
                      <a:pt x="1079" y="1365"/>
                      <a:pt x="1115" y="1401"/>
                    </a:cubicBezTo>
                    <a:cubicBezTo>
                      <a:pt x="1137" y="1379"/>
                      <a:pt x="1123" y="1346"/>
                      <a:pt x="1101" y="1316"/>
                    </a:cubicBezTo>
                    <a:cubicBezTo>
                      <a:pt x="1057" y="1252"/>
                      <a:pt x="1013" y="1192"/>
                      <a:pt x="963" y="1128"/>
                    </a:cubicBezTo>
                    <a:cubicBezTo>
                      <a:pt x="944" y="1104"/>
                      <a:pt x="928" y="1082"/>
                      <a:pt x="906" y="1057"/>
                    </a:cubicBezTo>
                    <a:cubicBezTo>
                      <a:pt x="892" y="1040"/>
                      <a:pt x="881" y="1027"/>
                      <a:pt x="867" y="1007"/>
                    </a:cubicBezTo>
                    <a:cubicBezTo>
                      <a:pt x="848" y="980"/>
                      <a:pt x="823" y="952"/>
                      <a:pt x="804" y="925"/>
                    </a:cubicBezTo>
                    <a:lnTo>
                      <a:pt x="564" y="628"/>
                    </a:lnTo>
                    <a:cubicBezTo>
                      <a:pt x="534" y="586"/>
                      <a:pt x="504" y="548"/>
                      <a:pt x="468" y="507"/>
                    </a:cubicBezTo>
                    <a:lnTo>
                      <a:pt x="419" y="443"/>
                    </a:lnTo>
                    <a:cubicBezTo>
                      <a:pt x="358" y="380"/>
                      <a:pt x="300" y="314"/>
                      <a:pt x="240" y="248"/>
                    </a:cubicBezTo>
                    <a:cubicBezTo>
                      <a:pt x="218" y="223"/>
                      <a:pt x="193" y="201"/>
                      <a:pt x="174" y="176"/>
                    </a:cubicBezTo>
                    <a:cubicBezTo>
                      <a:pt x="119" y="113"/>
                      <a:pt x="64" y="53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7"/>
              <p:cNvSpPr/>
              <p:nvPr/>
            </p:nvSpPr>
            <p:spPr>
              <a:xfrm>
                <a:off x="10370839" y="3495640"/>
                <a:ext cx="251495" cy="401362"/>
              </a:xfrm>
              <a:custGeom>
                <a:avLst/>
                <a:gdLst/>
                <a:ahLst/>
                <a:cxnLst/>
                <a:rect l="l" t="t" r="r" b="b"/>
                <a:pathLst>
                  <a:path w="928" h="148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" y="39"/>
                      <a:pt x="33" y="86"/>
                      <a:pt x="47" y="124"/>
                    </a:cubicBezTo>
                    <a:cubicBezTo>
                      <a:pt x="69" y="182"/>
                      <a:pt x="91" y="245"/>
                      <a:pt x="110" y="306"/>
                    </a:cubicBezTo>
                    <a:cubicBezTo>
                      <a:pt x="130" y="358"/>
                      <a:pt x="149" y="413"/>
                      <a:pt x="171" y="465"/>
                    </a:cubicBezTo>
                    <a:cubicBezTo>
                      <a:pt x="193" y="534"/>
                      <a:pt x="226" y="600"/>
                      <a:pt x="259" y="661"/>
                    </a:cubicBezTo>
                    <a:cubicBezTo>
                      <a:pt x="262" y="669"/>
                      <a:pt x="267" y="672"/>
                      <a:pt x="270" y="680"/>
                    </a:cubicBezTo>
                    <a:cubicBezTo>
                      <a:pt x="295" y="727"/>
                      <a:pt x="325" y="771"/>
                      <a:pt x="358" y="818"/>
                    </a:cubicBezTo>
                    <a:cubicBezTo>
                      <a:pt x="366" y="823"/>
                      <a:pt x="372" y="834"/>
                      <a:pt x="380" y="840"/>
                    </a:cubicBezTo>
                    <a:cubicBezTo>
                      <a:pt x="391" y="853"/>
                      <a:pt x="405" y="867"/>
                      <a:pt x="413" y="878"/>
                    </a:cubicBezTo>
                    <a:cubicBezTo>
                      <a:pt x="427" y="892"/>
                      <a:pt x="441" y="906"/>
                      <a:pt x="452" y="922"/>
                    </a:cubicBezTo>
                    <a:cubicBezTo>
                      <a:pt x="454" y="928"/>
                      <a:pt x="454" y="930"/>
                      <a:pt x="460" y="933"/>
                    </a:cubicBezTo>
                    <a:cubicBezTo>
                      <a:pt x="520" y="1032"/>
                      <a:pt x="589" y="1126"/>
                      <a:pt x="655" y="1222"/>
                    </a:cubicBezTo>
                    <a:cubicBezTo>
                      <a:pt x="658" y="1225"/>
                      <a:pt x="658" y="1230"/>
                      <a:pt x="661" y="1233"/>
                    </a:cubicBezTo>
                    <a:cubicBezTo>
                      <a:pt x="672" y="1247"/>
                      <a:pt x="680" y="1261"/>
                      <a:pt x="694" y="1272"/>
                    </a:cubicBezTo>
                    <a:cubicBezTo>
                      <a:pt x="708" y="1280"/>
                      <a:pt x="724" y="1291"/>
                      <a:pt x="738" y="1302"/>
                    </a:cubicBezTo>
                    <a:cubicBezTo>
                      <a:pt x="785" y="1332"/>
                      <a:pt x="818" y="1382"/>
                      <a:pt x="848" y="1428"/>
                    </a:cubicBezTo>
                    <a:cubicBezTo>
                      <a:pt x="859" y="1442"/>
                      <a:pt x="864" y="1456"/>
                      <a:pt x="878" y="1467"/>
                    </a:cubicBezTo>
                    <a:lnTo>
                      <a:pt x="900" y="1478"/>
                    </a:lnTo>
                    <a:cubicBezTo>
                      <a:pt x="903" y="1479"/>
                      <a:pt x="907" y="1480"/>
                      <a:pt x="911" y="1480"/>
                    </a:cubicBezTo>
                    <a:cubicBezTo>
                      <a:pt x="915" y="1480"/>
                      <a:pt x="919" y="1479"/>
                      <a:pt x="922" y="1478"/>
                    </a:cubicBezTo>
                    <a:lnTo>
                      <a:pt x="928" y="1478"/>
                    </a:lnTo>
                    <a:cubicBezTo>
                      <a:pt x="908" y="1431"/>
                      <a:pt x="881" y="1395"/>
                      <a:pt x="864" y="1360"/>
                    </a:cubicBezTo>
                    <a:cubicBezTo>
                      <a:pt x="840" y="1318"/>
                      <a:pt x="818" y="1274"/>
                      <a:pt x="793" y="1233"/>
                    </a:cubicBezTo>
                    <a:lnTo>
                      <a:pt x="752" y="1162"/>
                    </a:lnTo>
                    <a:cubicBezTo>
                      <a:pt x="708" y="1079"/>
                      <a:pt x="661" y="999"/>
                      <a:pt x="611" y="919"/>
                    </a:cubicBezTo>
                    <a:cubicBezTo>
                      <a:pt x="600" y="897"/>
                      <a:pt x="589" y="881"/>
                      <a:pt x="575" y="864"/>
                    </a:cubicBezTo>
                    <a:cubicBezTo>
                      <a:pt x="548" y="820"/>
                      <a:pt x="518" y="779"/>
                      <a:pt x="490" y="732"/>
                    </a:cubicBezTo>
                    <a:cubicBezTo>
                      <a:pt x="468" y="699"/>
                      <a:pt x="449" y="669"/>
                      <a:pt x="432" y="636"/>
                    </a:cubicBezTo>
                    <a:cubicBezTo>
                      <a:pt x="413" y="614"/>
                      <a:pt x="399" y="586"/>
                      <a:pt x="383" y="559"/>
                    </a:cubicBezTo>
                    <a:cubicBezTo>
                      <a:pt x="325" y="457"/>
                      <a:pt x="262" y="361"/>
                      <a:pt x="198" y="264"/>
                    </a:cubicBezTo>
                    <a:lnTo>
                      <a:pt x="94" y="121"/>
                    </a:lnTo>
                    <a:cubicBezTo>
                      <a:pt x="66" y="83"/>
                      <a:pt x="39" y="28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7"/>
              <p:cNvSpPr/>
              <p:nvPr/>
            </p:nvSpPr>
            <p:spPr>
              <a:xfrm>
                <a:off x="10460272" y="3423280"/>
                <a:ext cx="188079" cy="426837"/>
              </a:xfrm>
              <a:custGeom>
                <a:avLst/>
                <a:gdLst/>
                <a:ahLst/>
                <a:cxnLst/>
                <a:rect l="l" t="t" r="r" b="b"/>
                <a:pathLst>
                  <a:path w="694" h="157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3" y="91"/>
                      <a:pt x="47" y="182"/>
                      <a:pt x="69" y="276"/>
                    </a:cubicBezTo>
                    <a:lnTo>
                      <a:pt x="102" y="399"/>
                    </a:lnTo>
                    <a:cubicBezTo>
                      <a:pt x="119" y="460"/>
                      <a:pt x="135" y="526"/>
                      <a:pt x="152" y="589"/>
                    </a:cubicBezTo>
                    <a:cubicBezTo>
                      <a:pt x="179" y="686"/>
                      <a:pt x="210" y="782"/>
                      <a:pt x="245" y="873"/>
                    </a:cubicBezTo>
                    <a:cubicBezTo>
                      <a:pt x="256" y="897"/>
                      <a:pt x="265" y="925"/>
                      <a:pt x="276" y="952"/>
                    </a:cubicBezTo>
                    <a:cubicBezTo>
                      <a:pt x="298" y="1005"/>
                      <a:pt x="322" y="1057"/>
                      <a:pt x="344" y="1104"/>
                    </a:cubicBezTo>
                    <a:cubicBezTo>
                      <a:pt x="397" y="1214"/>
                      <a:pt x="463" y="1321"/>
                      <a:pt x="534" y="1420"/>
                    </a:cubicBezTo>
                    <a:cubicBezTo>
                      <a:pt x="567" y="1470"/>
                      <a:pt x="611" y="1517"/>
                      <a:pt x="653" y="1561"/>
                    </a:cubicBezTo>
                    <a:cubicBezTo>
                      <a:pt x="655" y="1566"/>
                      <a:pt x="661" y="1569"/>
                      <a:pt x="669" y="1572"/>
                    </a:cubicBezTo>
                    <a:cubicBezTo>
                      <a:pt x="672" y="1574"/>
                      <a:pt x="675" y="1574"/>
                      <a:pt x="680" y="1574"/>
                    </a:cubicBezTo>
                    <a:lnTo>
                      <a:pt x="683" y="1574"/>
                    </a:lnTo>
                    <a:cubicBezTo>
                      <a:pt x="686" y="1574"/>
                      <a:pt x="694" y="1574"/>
                      <a:pt x="694" y="1566"/>
                    </a:cubicBezTo>
                    <a:cubicBezTo>
                      <a:pt x="694" y="1560"/>
                      <a:pt x="691" y="1557"/>
                      <a:pt x="685" y="1557"/>
                    </a:cubicBezTo>
                    <a:cubicBezTo>
                      <a:pt x="683" y="1557"/>
                      <a:pt x="680" y="1557"/>
                      <a:pt x="677" y="1558"/>
                    </a:cubicBezTo>
                    <a:cubicBezTo>
                      <a:pt x="647" y="1519"/>
                      <a:pt x="653" y="1467"/>
                      <a:pt x="642" y="1420"/>
                    </a:cubicBezTo>
                    <a:cubicBezTo>
                      <a:pt x="631" y="1376"/>
                      <a:pt x="614" y="1335"/>
                      <a:pt x="592" y="1296"/>
                    </a:cubicBezTo>
                    <a:cubicBezTo>
                      <a:pt x="573" y="1255"/>
                      <a:pt x="554" y="1211"/>
                      <a:pt x="534" y="1170"/>
                    </a:cubicBezTo>
                    <a:cubicBezTo>
                      <a:pt x="463" y="1010"/>
                      <a:pt x="400" y="851"/>
                      <a:pt x="333" y="691"/>
                    </a:cubicBezTo>
                    <a:cubicBezTo>
                      <a:pt x="328" y="672"/>
                      <a:pt x="317" y="650"/>
                      <a:pt x="311" y="631"/>
                    </a:cubicBezTo>
                    <a:cubicBezTo>
                      <a:pt x="292" y="584"/>
                      <a:pt x="273" y="537"/>
                      <a:pt x="256" y="493"/>
                    </a:cubicBezTo>
                    <a:cubicBezTo>
                      <a:pt x="245" y="465"/>
                      <a:pt x="232" y="432"/>
                      <a:pt x="218" y="405"/>
                    </a:cubicBezTo>
                    <a:cubicBezTo>
                      <a:pt x="215" y="397"/>
                      <a:pt x="207" y="388"/>
                      <a:pt x="204" y="377"/>
                    </a:cubicBezTo>
                    <a:cubicBezTo>
                      <a:pt x="190" y="350"/>
                      <a:pt x="174" y="328"/>
                      <a:pt x="160" y="298"/>
                    </a:cubicBezTo>
                    <a:lnTo>
                      <a:pt x="160" y="295"/>
                    </a:lnTo>
                    <a:cubicBezTo>
                      <a:pt x="146" y="265"/>
                      <a:pt x="138" y="226"/>
                      <a:pt x="124" y="193"/>
                    </a:cubicBezTo>
                    <a:cubicBezTo>
                      <a:pt x="122" y="190"/>
                      <a:pt x="122" y="182"/>
                      <a:pt x="119" y="179"/>
                    </a:cubicBezTo>
                    <a:cubicBezTo>
                      <a:pt x="94" y="116"/>
                      <a:pt x="50" y="39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7"/>
              <p:cNvSpPr/>
              <p:nvPr/>
            </p:nvSpPr>
            <p:spPr>
              <a:xfrm>
                <a:off x="10545910" y="3366640"/>
                <a:ext cx="130084" cy="442555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633" extrusionOk="0">
                    <a:moveTo>
                      <a:pt x="1" y="0"/>
                    </a:moveTo>
                    <a:cubicBezTo>
                      <a:pt x="12" y="130"/>
                      <a:pt x="51" y="262"/>
                      <a:pt x="64" y="391"/>
                    </a:cubicBezTo>
                    <a:cubicBezTo>
                      <a:pt x="67" y="402"/>
                      <a:pt x="67" y="408"/>
                      <a:pt x="67" y="419"/>
                    </a:cubicBezTo>
                    <a:cubicBezTo>
                      <a:pt x="84" y="542"/>
                      <a:pt x="106" y="663"/>
                      <a:pt x="133" y="787"/>
                    </a:cubicBezTo>
                    <a:cubicBezTo>
                      <a:pt x="133" y="798"/>
                      <a:pt x="136" y="812"/>
                      <a:pt x="139" y="820"/>
                    </a:cubicBezTo>
                    <a:cubicBezTo>
                      <a:pt x="174" y="963"/>
                      <a:pt x="218" y="1104"/>
                      <a:pt x="273" y="1241"/>
                    </a:cubicBezTo>
                    <a:cubicBezTo>
                      <a:pt x="328" y="1376"/>
                      <a:pt x="394" y="1505"/>
                      <a:pt x="469" y="1632"/>
                    </a:cubicBezTo>
                    <a:cubicBezTo>
                      <a:pt x="474" y="1632"/>
                      <a:pt x="474" y="1629"/>
                      <a:pt x="474" y="1627"/>
                    </a:cubicBezTo>
                    <a:cubicBezTo>
                      <a:pt x="480" y="1602"/>
                      <a:pt x="477" y="1574"/>
                      <a:pt x="466" y="1549"/>
                    </a:cubicBezTo>
                    <a:cubicBezTo>
                      <a:pt x="463" y="1536"/>
                      <a:pt x="461" y="1522"/>
                      <a:pt x="455" y="1514"/>
                    </a:cubicBezTo>
                    <a:cubicBezTo>
                      <a:pt x="425" y="1412"/>
                      <a:pt x="394" y="1310"/>
                      <a:pt x="370" y="1206"/>
                    </a:cubicBezTo>
                    <a:cubicBezTo>
                      <a:pt x="350" y="1120"/>
                      <a:pt x="328" y="1032"/>
                      <a:pt x="312" y="944"/>
                    </a:cubicBezTo>
                    <a:cubicBezTo>
                      <a:pt x="301" y="886"/>
                      <a:pt x="287" y="826"/>
                      <a:pt x="276" y="763"/>
                    </a:cubicBezTo>
                    <a:cubicBezTo>
                      <a:pt x="260" y="680"/>
                      <a:pt x="246" y="595"/>
                      <a:pt x="229" y="512"/>
                    </a:cubicBezTo>
                    <a:cubicBezTo>
                      <a:pt x="218" y="471"/>
                      <a:pt x="213" y="430"/>
                      <a:pt x="202" y="388"/>
                    </a:cubicBezTo>
                    <a:cubicBezTo>
                      <a:pt x="199" y="375"/>
                      <a:pt x="194" y="364"/>
                      <a:pt x="191" y="350"/>
                    </a:cubicBezTo>
                    <a:cubicBezTo>
                      <a:pt x="188" y="339"/>
                      <a:pt x="185" y="333"/>
                      <a:pt x="180" y="325"/>
                    </a:cubicBezTo>
                    <a:cubicBezTo>
                      <a:pt x="172" y="306"/>
                      <a:pt x="158" y="284"/>
                      <a:pt x="147" y="264"/>
                    </a:cubicBezTo>
                    <a:cubicBezTo>
                      <a:pt x="144" y="256"/>
                      <a:pt x="144" y="248"/>
                      <a:pt x="139" y="240"/>
                    </a:cubicBezTo>
                    <a:cubicBezTo>
                      <a:pt x="136" y="229"/>
                      <a:pt x="136" y="223"/>
                      <a:pt x="133" y="212"/>
                    </a:cubicBezTo>
                    <a:cubicBezTo>
                      <a:pt x="125" y="187"/>
                      <a:pt x="111" y="171"/>
                      <a:pt x="103" y="152"/>
                    </a:cubicBezTo>
                    <a:cubicBezTo>
                      <a:pt x="81" y="124"/>
                      <a:pt x="64" y="91"/>
                      <a:pt x="48" y="64"/>
                    </a:cubicBezTo>
                    <a:cubicBezTo>
                      <a:pt x="37" y="47"/>
                      <a:pt x="23" y="6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7"/>
              <p:cNvSpPr/>
              <p:nvPr/>
            </p:nvSpPr>
            <p:spPr>
              <a:xfrm>
                <a:off x="10625045" y="3312980"/>
                <a:ext cx="74256" cy="460984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701" extrusionOk="0">
                    <a:moveTo>
                      <a:pt x="1" y="0"/>
                    </a:moveTo>
                    <a:cubicBezTo>
                      <a:pt x="14" y="55"/>
                      <a:pt x="23" y="113"/>
                      <a:pt x="28" y="168"/>
                    </a:cubicBezTo>
                    <a:cubicBezTo>
                      <a:pt x="36" y="218"/>
                      <a:pt x="42" y="270"/>
                      <a:pt x="53" y="317"/>
                    </a:cubicBezTo>
                    <a:cubicBezTo>
                      <a:pt x="67" y="380"/>
                      <a:pt x="89" y="438"/>
                      <a:pt x="97" y="498"/>
                    </a:cubicBezTo>
                    <a:cubicBezTo>
                      <a:pt x="102" y="517"/>
                      <a:pt x="105" y="534"/>
                      <a:pt x="105" y="556"/>
                    </a:cubicBezTo>
                    <a:cubicBezTo>
                      <a:pt x="113" y="644"/>
                      <a:pt x="102" y="735"/>
                      <a:pt x="97" y="823"/>
                    </a:cubicBezTo>
                    <a:lnTo>
                      <a:pt x="97" y="839"/>
                    </a:lnTo>
                    <a:cubicBezTo>
                      <a:pt x="91" y="985"/>
                      <a:pt x="108" y="1126"/>
                      <a:pt x="130" y="1271"/>
                    </a:cubicBezTo>
                    <a:cubicBezTo>
                      <a:pt x="144" y="1354"/>
                      <a:pt x="160" y="1439"/>
                      <a:pt x="174" y="1522"/>
                    </a:cubicBezTo>
                    <a:cubicBezTo>
                      <a:pt x="185" y="1574"/>
                      <a:pt x="196" y="1624"/>
                      <a:pt x="213" y="1673"/>
                    </a:cubicBezTo>
                    <a:cubicBezTo>
                      <a:pt x="218" y="1679"/>
                      <a:pt x="224" y="1690"/>
                      <a:pt x="226" y="1701"/>
                    </a:cubicBezTo>
                    <a:cubicBezTo>
                      <a:pt x="229" y="1698"/>
                      <a:pt x="232" y="1692"/>
                      <a:pt x="237" y="1687"/>
                    </a:cubicBezTo>
                    <a:cubicBezTo>
                      <a:pt x="240" y="1684"/>
                      <a:pt x="243" y="1676"/>
                      <a:pt x="243" y="1673"/>
                    </a:cubicBezTo>
                    <a:cubicBezTo>
                      <a:pt x="243" y="1670"/>
                      <a:pt x="246" y="1662"/>
                      <a:pt x="246" y="1657"/>
                    </a:cubicBezTo>
                    <a:cubicBezTo>
                      <a:pt x="251" y="1648"/>
                      <a:pt x="251" y="1643"/>
                      <a:pt x="251" y="1635"/>
                    </a:cubicBezTo>
                    <a:cubicBezTo>
                      <a:pt x="254" y="1604"/>
                      <a:pt x="257" y="1577"/>
                      <a:pt x="259" y="1541"/>
                    </a:cubicBezTo>
                    <a:cubicBezTo>
                      <a:pt x="268" y="1442"/>
                      <a:pt x="273" y="1346"/>
                      <a:pt x="270" y="1249"/>
                    </a:cubicBezTo>
                    <a:lnTo>
                      <a:pt x="270" y="1219"/>
                    </a:lnTo>
                    <a:cubicBezTo>
                      <a:pt x="273" y="1164"/>
                      <a:pt x="273" y="1109"/>
                      <a:pt x="273" y="1054"/>
                    </a:cubicBezTo>
                    <a:cubicBezTo>
                      <a:pt x="273" y="991"/>
                      <a:pt x="273" y="930"/>
                      <a:pt x="270" y="867"/>
                    </a:cubicBezTo>
                    <a:cubicBezTo>
                      <a:pt x="270" y="820"/>
                      <a:pt x="268" y="771"/>
                      <a:pt x="262" y="724"/>
                    </a:cubicBezTo>
                    <a:cubicBezTo>
                      <a:pt x="257" y="658"/>
                      <a:pt x="246" y="592"/>
                      <a:pt x="232" y="528"/>
                    </a:cubicBezTo>
                    <a:cubicBezTo>
                      <a:pt x="215" y="451"/>
                      <a:pt x="191" y="377"/>
                      <a:pt x="160" y="300"/>
                    </a:cubicBezTo>
                    <a:cubicBezTo>
                      <a:pt x="147" y="267"/>
                      <a:pt x="130" y="231"/>
                      <a:pt x="111" y="198"/>
                    </a:cubicBezTo>
                    <a:cubicBezTo>
                      <a:pt x="94" y="163"/>
                      <a:pt x="75" y="124"/>
                      <a:pt x="53" y="91"/>
                    </a:cubicBezTo>
                    <a:cubicBezTo>
                      <a:pt x="39" y="63"/>
                      <a:pt x="9" y="30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7"/>
              <p:cNvSpPr/>
              <p:nvPr/>
            </p:nvSpPr>
            <p:spPr>
              <a:xfrm>
                <a:off x="10685479" y="3364472"/>
                <a:ext cx="265045" cy="405156"/>
              </a:xfrm>
              <a:custGeom>
                <a:avLst/>
                <a:gdLst/>
                <a:ahLst/>
                <a:cxnLst/>
                <a:rect l="l" t="t" r="r" b="b"/>
                <a:pathLst>
                  <a:path w="978" h="1495" extrusionOk="0">
                    <a:moveTo>
                      <a:pt x="977" y="0"/>
                    </a:moveTo>
                    <a:cubicBezTo>
                      <a:pt x="873" y="39"/>
                      <a:pt x="801" y="118"/>
                      <a:pt x="738" y="201"/>
                    </a:cubicBezTo>
                    <a:cubicBezTo>
                      <a:pt x="666" y="278"/>
                      <a:pt x="587" y="355"/>
                      <a:pt x="501" y="424"/>
                    </a:cubicBezTo>
                    <a:cubicBezTo>
                      <a:pt x="485" y="438"/>
                      <a:pt x="468" y="451"/>
                      <a:pt x="455" y="468"/>
                    </a:cubicBezTo>
                    <a:cubicBezTo>
                      <a:pt x="433" y="493"/>
                      <a:pt x="422" y="520"/>
                      <a:pt x="405" y="545"/>
                    </a:cubicBezTo>
                    <a:cubicBezTo>
                      <a:pt x="402" y="548"/>
                      <a:pt x="402" y="550"/>
                      <a:pt x="400" y="553"/>
                    </a:cubicBezTo>
                    <a:cubicBezTo>
                      <a:pt x="386" y="572"/>
                      <a:pt x="367" y="592"/>
                      <a:pt x="353" y="608"/>
                    </a:cubicBezTo>
                    <a:cubicBezTo>
                      <a:pt x="336" y="633"/>
                      <a:pt x="320" y="660"/>
                      <a:pt x="306" y="685"/>
                    </a:cubicBezTo>
                    <a:cubicBezTo>
                      <a:pt x="303" y="688"/>
                      <a:pt x="303" y="691"/>
                      <a:pt x="298" y="696"/>
                    </a:cubicBezTo>
                    <a:cubicBezTo>
                      <a:pt x="237" y="806"/>
                      <a:pt x="196" y="916"/>
                      <a:pt x="155" y="1032"/>
                    </a:cubicBezTo>
                    <a:cubicBezTo>
                      <a:pt x="127" y="1101"/>
                      <a:pt x="105" y="1169"/>
                      <a:pt x="83" y="1238"/>
                    </a:cubicBezTo>
                    <a:cubicBezTo>
                      <a:pt x="69" y="1280"/>
                      <a:pt x="58" y="1318"/>
                      <a:pt x="45" y="1359"/>
                    </a:cubicBezTo>
                    <a:cubicBezTo>
                      <a:pt x="34" y="1387"/>
                      <a:pt x="28" y="1412"/>
                      <a:pt x="20" y="1439"/>
                    </a:cubicBezTo>
                    <a:cubicBezTo>
                      <a:pt x="17" y="1447"/>
                      <a:pt x="1" y="1486"/>
                      <a:pt x="17" y="1494"/>
                    </a:cubicBezTo>
                    <a:lnTo>
                      <a:pt x="23" y="1494"/>
                    </a:lnTo>
                    <a:cubicBezTo>
                      <a:pt x="42" y="1486"/>
                      <a:pt x="47" y="1447"/>
                      <a:pt x="56" y="1431"/>
                    </a:cubicBezTo>
                    <a:lnTo>
                      <a:pt x="56" y="1428"/>
                    </a:lnTo>
                    <a:cubicBezTo>
                      <a:pt x="61" y="1406"/>
                      <a:pt x="69" y="1390"/>
                      <a:pt x="78" y="1373"/>
                    </a:cubicBezTo>
                    <a:cubicBezTo>
                      <a:pt x="91" y="1343"/>
                      <a:pt x="113" y="1310"/>
                      <a:pt x="130" y="1280"/>
                    </a:cubicBezTo>
                    <a:cubicBezTo>
                      <a:pt x="171" y="1208"/>
                      <a:pt x="215" y="1139"/>
                      <a:pt x="256" y="1068"/>
                    </a:cubicBezTo>
                    <a:cubicBezTo>
                      <a:pt x="278" y="1035"/>
                      <a:pt x="295" y="1007"/>
                      <a:pt x="311" y="977"/>
                    </a:cubicBezTo>
                    <a:cubicBezTo>
                      <a:pt x="358" y="905"/>
                      <a:pt x="402" y="834"/>
                      <a:pt x="449" y="759"/>
                    </a:cubicBezTo>
                    <a:cubicBezTo>
                      <a:pt x="482" y="715"/>
                      <a:pt x="515" y="671"/>
                      <a:pt x="551" y="627"/>
                    </a:cubicBezTo>
                    <a:cubicBezTo>
                      <a:pt x="587" y="572"/>
                      <a:pt x="628" y="520"/>
                      <a:pt x="666" y="465"/>
                    </a:cubicBezTo>
                    <a:cubicBezTo>
                      <a:pt x="738" y="366"/>
                      <a:pt x="807" y="264"/>
                      <a:pt x="873" y="162"/>
                    </a:cubicBezTo>
                    <a:cubicBezTo>
                      <a:pt x="909" y="107"/>
                      <a:pt x="942" y="55"/>
                      <a:pt x="9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7"/>
              <p:cNvSpPr/>
              <p:nvPr/>
            </p:nvSpPr>
            <p:spPr>
              <a:xfrm>
                <a:off x="10690628" y="3482089"/>
                <a:ext cx="323312" cy="291875"/>
              </a:xfrm>
              <a:custGeom>
                <a:avLst/>
                <a:gdLst/>
                <a:ahLst/>
                <a:cxnLst/>
                <a:rect l="l" t="t" r="r" b="b"/>
                <a:pathLst>
                  <a:path w="1193" h="1077" extrusionOk="0">
                    <a:moveTo>
                      <a:pt x="1192" y="1"/>
                    </a:moveTo>
                    <a:lnTo>
                      <a:pt x="1192" y="1"/>
                    </a:lnTo>
                    <a:cubicBezTo>
                      <a:pt x="1060" y="31"/>
                      <a:pt x="945" y="100"/>
                      <a:pt x="840" y="180"/>
                    </a:cubicBezTo>
                    <a:cubicBezTo>
                      <a:pt x="771" y="224"/>
                      <a:pt x="705" y="270"/>
                      <a:pt x="645" y="323"/>
                    </a:cubicBezTo>
                    <a:cubicBezTo>
                      <a:pt x="595" y="361"/>
                      <a:pt x="551" y="400"/>
                      <a:pt x="507" y="441"/>
                    </a:cubicBezTo>
                    <a:cubicBezTo>
                      <a:pt x="389" y="546"/>
                      <a:pt x="284" y="664"/>
                      <a:pt x="188" y="788"/>
                    </a:cubicBezTo>
                    <a:cubicBezTo>
                      <a:pt x="141" y="843"/>
                      <a:pt x="100" y="898"/>
                      <a:pt x="64" y="956"/>
                    </a:cubicBezTo>
                    <a:cubicBezTo>
                      <a:pt x="56" y="958"/>
                      <a:pt x="53" y="967"/>
                      <a:pt x="50" y="972"/>
                    </a:cubicBezTo>
                    <a:cubicBezTo>
                      <a:pt x="45" y="980"/>
                      <a:pt x="42" y="983"/>
                      <a:pt x="39" y="991"/>
                    </a:cubicBezTo>
                    <a:cubicBezTo>
                      <a:pt x="28" y="1000"/>
                      <a:pt x="17" y="1019"/>
                      <a:pt x="12" y="1033"/>
                    </a:cubicBezTo>
                    <a:cubicBezTo>
                      <a:pt x="9" y="1038"/>
                      <a:pt x="9" y="1046"/>
                      <a:pt x="4" y="1052"/>
                    </a:cubicBezTo>
                    <a:cubicBezTo>
                      <a:pt x="1" y="1055"/>
                      <a:pt x="1" y="1060"/>
                      <a:pt x="1" y="1063"/>
                    </a:cubicBezTo>
                    <a:lnTo>
                      <a:pt x="1" y="1066"/>
                    </a:lnTo>
                    <a:lnTo>
                      <a:pt x="1" y="1077"/>
                    </a:lnTo>
                    <a:lnTo>
                      <a:pt x="4" y="1074"/>
                    </a:lnTo>
                    <a:cubicBezTo>
                      <a:pt x="17" y="1066"/>
                      <a:pt x="31" y="1041"/>
                      <a:pt x="45" y="1022"/>
                    </a:cubicBezTo>
                    <a:cubicBezTo>
                      <a:pt x="53" y="1013"/>
                      <a:pt x="59" y="1008"/>
                      <a:pt x="64" y="1000"/>
                    </a:cubicBezTo>
                    <a:cubicBezTo>
                      <a:pt x="83" y="972"/>
                      <a:pt x="111" y="945"/>
                      <a:pt x="136" y="923"/>
                    </a:cubicBezTo>
                    <a:cubicBezTo>
                      <a:pt x="188" y="870"/>
                      <a:pt x="243" y="821"/>
                      <a:pt x="298" y="774"/>
                    </a:cubicBezTo>
                    <a:cubicBezTo>
                      <a:pt x="334" y="744"/>
                      <a:pt x="372" y="711"/>
                      <a:pt x="408" y="680"/>
                    </a:cubicBezTo>
                    <a:cubicBezTo>
                      <a:pt x="482" y="614"/>
                      <a:pt x="554" y="554"/>
                      <a:pt x="631" y="488"/>
                    </a:cubicBezTo>
                    <a:cubicBezTo>
                      <a:pt x="650" y="471"/>
                      <a:pt x="669" y="455"/>
                      <a:pt x="686" y="436"/>
                    </a:cubicBezTo>
                    <a:cubicBezTo>
                      <a:pt x="700" y="419"/>
                      <a:pt x="711" y="403"/>
                      <a:pt x="725" y="386"/>
                    </a:cubicBezTo>
                    <a:cubicBezTo>
                      <a:pt x="738" y="367"/>
                      <a:pt x="755" y="353"/>
                      <a:pt x="771" y="337"/>
                    </a:cubicBezTo>
                    <a:cubicBezTo>
                      <a:pt x="903" y="215"/>
                      <a:pt x="1035" y="97"/>
                      <a:pt x="11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7"/>
              <p:cNvSpPr/>
              <p:nvPr/>
            </p:nvSpPr>
            <p:spPr>
              <a:xfrm>
                <a:off x="10691441" y="3603772"/>
                <a:ext cx="353665" cy="171819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634" extrusionOk="0">
                    <a:moveTo>
                      <a:pt x="1305" y="0"/>
                    </a:moveTo>
                    <a:lnTo>
                      <a:pt x="1305" y="0"/>
                    </a:lnTo>
                    <a:cubicBezTo>
                      <a:pt x="1225" y="9"/>
                      <a:pt x="1148" y="20"/>
                      <a:pt x="1068" y="25"/>
                    </a:cubicBezTo>
                    <a:cubicBezTo>
                      <a:pt x="1041" y="28"/>
                      <a:pt x="1013" y="28"/>
                      <a:pt x="986" y="36"/>
                    </a:cubicBezTo>
                    <a:cubicBezTo>
                      <a:pt x="939" y="42"/>
                      <a:pt x="895" y="61"/>
                      <a:pt x="851" y="77"/>
                    </a:cubicBezTo>
                    <a:cubicBezTo>
                      <a:pt x="810" y="91"/>
                      <a:pt x="771" y="105"/>
                      <a:pt x="730" y="121"/>
                    </a:cubicBezTo>
                    <a:cubicBezTo>
                      <a:pt x="716" y="124"/>
                      <a:pt x="702" y="132"/>
                      <a:pt x="691" y="135"/>
                    </a:cubicBezTo>
                    <a:cubicBezTo>
                      <a:pt x="664" y="149"/>
                      <a:pt x="633" y="163"/>
                      <a:pt x="606" y="176"/>
                    </a:cubicBezTo>
                    <a:cubicBezTo>
                      <a:pt x="468" y="242"/>
                      <a:pt x="342" y="320"/>
                      <a:pt x="221" y="413"/>
                    </a:cubicBezTo>
                    <a:cubicBezTo>
                      <a:pt x="160" y="463"/>
                      <a:pt x="100" y="509"/>
                      <a:pt x="45" y="564"/>
                    </a:cubicBezTo>
                    <a:lnTo>
                      <a:pt x="42" y="567"/>
                    </a:lnTo>
                    <a:cubicBezTo>
                      <a:pt x="34" y="578"/>
                      <a:pt x="9" y="603"/>
                      <a:pt x="1" y="619"/>
                    </a:cubicBezTo>
                    <a:lnTo>
                      <a:pt x="1" y="633"/>
                    </a:lnTo>
                    <a:cubicBezTo>
                      <a:pt x="91" y="575"/>
                      <a:pt x="171" y="518"/>
                      <a:pt x="273" y="479"/>
                    </a:cubicBezTo>
                    <a:cubicBezTo>
                      <a:pt x="303" y="468"/>
                      <a:pt x="339" y="457"/>
                      <a:pt x="369" y="443"/>
                    </a:cubicBezTo>
                    <a:cubicBezTo>
                      <a:pt x="400" y="427"/>
                      <a:pt x="433" y="408"/>
                      <a:pt x="463" y="386"/>
                    </a:cubicBezTo>
                    <a:cubicBezTo>
                      <a:pt x="468" y="383"/>
                      <a:pt x="477" y="377"/>
                      <a:pt x="482" y="372"/>
                    </a:cubicBezTo>
                    <a:cubicBezTo>
                      <a:pt x="576" y="311"/>
                      <a:pt x="683" y="267"/>
                      <a:pt x="790" y="220"/>
                    </a:cubicBezTo>
                    <a:cubicBezTo>
                      <a:pt x="961" y="146"/>
                      <a:pt x="1134" y="75"/>
                      <a:pt x="13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7"/>
              <p:cNvSpPr/>
              <p:nvPr/>
            </p:nvSpPr>
            <p:spPr>
              <a:xfrm>
                <a:off x="10677349" y="3728435"/>
                <a:ext cx="383476" cy="67752"/>
              </a:xfrm>
              <a:custGeom>
                <a:avLst/>
                <a:gdLst/>
                <a:ahLst/>
                <a:cxnLst/>
                <a:rect l="l" t="t" r="r" b="b"/>
                <a:pathLst>
                  <a:path w="1415" h="250" extrusionOk="0">
                    <a:moveTo>
                      <a:pt x="1022" y="0"/>
                    </a:moveTo>
                    <a:cubicBezTo>
                      <a:pt x="999" y="0"/>
                      <a:pt x="974" y="3"/>
                      <a:pt x="952" y="3"/>
                    </a:cubicBezTo>
                    <a:cubicBezTo>
                      <a:pt x="900" y="5"/>
                      <a:pt x="848" y="5"/>
                      <a:pt x="796" y="8"/>
                    </a:cubicBezTo>
                    <a:lnTo>
                      <a:pt x="787" y="8"/>
                    </a:lnTo>
                    <a:cubicBezTo>
                      <a:pt x="735" y="8"/>
                      <a:pt x="683" y="11"/>
                      <a:pt x="630" y="19"/>
                    </a:cubicBezTo>
                    <a:cubicBezTo>
                      <a:pt x="589" y="25"/>
                      <a:pt x="548" y="36"/>
                      <a:pt x="507" y="47"/>
                    </a:cubicBezTo>
                    <a:lnTo>
                      <a:pt x="504" y="47"/>
                    </a:lnTo>
                    <a:cubicBezTo>
                      <a:pt x="430" y="66"/>
                      <a:pt x="350" y="85"/>
                      <a:pt x="270" y="104"/>
                    </a:cubicBezTo>
                    <a:cubicBezTo>
                      <a:pt x="212" y="118"/>
                      <a:pt x="168" y="140"/>
                      <a:pt x="119" y="170"/>
                    </a:cubicBezTo>
                    <a:cubicBezTo>
                      <a:pt x="116" y="173"/>
                      <a:pt x="108" y="176"/>
                      <a:pt x="105" y="181"/>
                    </a:cubicBezTo>
                    <a:cubicBezTo>
                      <a:pt x="88" y="190"/>
                      <a:pt x="6" y="217"/>
                      <a:pt x="3" y="236"/>
                    </a:cubicBezTo>
                    <a:cubicBezTo>
                      <a:pt x="1" y="246"/>
                      <a:pt x="10" y="249"/>
                      <a:pt x="25" y="249"/>
                    </a:cubicBezTo>
                    <a:cubicBezTo>
                      <a:pt x="58" y="249"/>
                      <a:pt x="118" y="232"/>
                      <a:pt x="130" y="228"/>
                    </a:cubicBezTo>
                    <a:cubicBezTo>
                      <a:pt x="190" y="214"/>
                      <a:pt x="253" y="201"/>
                      <a:pt x="319" y="187"/>
                    </a:cubicBezTo>
                    <a:cubicBezTo>
                      <a:pt x="391" y="173"/>
                      <a:pt x="463" y="165"/>
                      <a:pt x="534" y="157"/>
                    </a:cubicBezTo>
                    <a:cubicBezTo>
                      <a:pt x="562" y="154"/>
                      <a:pt x="595" y="151"/>
                      <a:pt x="622" y="151"/>
                    </a:cubicBezTo>
                    <a:cubicBezTo>
                      <a:pt x="652" y="146"/>
                      <a:pt x="685" y="146"/>
                      <a:pt x="718" y="143"/>
                    </a:cubicBezTo>
                    <a:cubicBezTo>
                      <a:pt x="768" y="140"/>
                      <a:pt x="823" y="137"/>
                      <a:pt x="878" y="129"/>
                    </a:cubicBezTo>
                    <a:cubicBezTo>
                      <a:pt x="939" y="124"/>
                      <a:pt x="999" y="118"/>
                      <a:pt x="1057" y="113"/>
                    </a:cubicBezTo>
                    <a:cubicBezTo>
                      <a:pt x="1178" y="102"/>
                      <a:pt x="1302" y="88"/>
                      <a:pt x="1415" y="49"/>
                    </a:cubicBezTo>
                    <a:lnTo>
                      <a:pt x="1415" y="49"/>
                    </a:lnTo>
                    <a:cubicBezTo>
                      <a:pt x="1406" y="50"/>
                      <a:pt x="1397" y="50"/>
                      <a:pt x="1388" y="50"/>
                    </a:cubicBezTo>
                    <a:cubicBezTo>
                      <a:pt x="1281" y="50"/>
                      <a:pt x="1171" y="8"/>
                      <a:pt x="1057" y="3"/>
                    </a:cubicBezTo>
                    <a:cubicBezTo>
                      <a:pt x="1046" y="1"/>
                      <a:pt x="1034" y="0"/>
                      <a:pt x="10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7"/>
              <p:cNvSpPr/>
              <p:nvPr/>
            </p:nvSpPr>
            <p:spPr>
              <a:xfrm>
                <a:off x="10645912" y="3826811"/>
                <a:ext cx="384289" cy="46342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71" extrusionOk="0">
                    <a:moveTo>
                      <a:pt x="1417" y="118"/>
                    </a:moveTo>
                    <a:lnTo>
                      <a:pt x="1417" y="118"/>
                    </a:lnTo>
                    <a:cubicBezTo>
                      <a:pt x="1417" y="118"/>
                      <a:pt x="1418" y="118"/>
                      <a:pt x="1418" y="118"/>
                    </a:cubicBezTo>
                    <a:cubicBezTo>
                      <a:pt x="1418" y="118"/>
                      <a:pt x="1417" y="118"/>
                      <a:pt x="1417" y="118"/>
                    </a:cubicBezTo>
                    <a:close/>
                    <a:moveTo>
                      <a:pt x="669" y="0"/>
                    </a:moveTo>
                    <a:cubicBezTo>
                      <a:pt x="576" y="0"/>
                      <a:pt x="480" y="0"/>
                      <a:pt x="383" y="8"/>
                    </a:cubicBezTo>
                    <a:cubicBezTo>
                      <a:pt x="320" y="11"/>
                      <a:pt x="257" y="19"/>
                      <a:pt x="193" y="41"/>
                    </a:cubicBezTo>
                    <a:cubicBezTo>
                      <a:pt x="177" y="44"/>
                      <a:pt x="163" y="52"/>
                      <a:pt x="147" y="58"/>
                    </a:cubicBezTo>
                    <a:cubicBezTo>
                      <a:pt x="127" y="66"/>
                      <a:pt x="111" y="77"/>
                      <a:pt x="92" y="80"/>
                    </a:cubicBezTo>
                    <a:cubicBezTo>
                      <a:pt x="86" y="80"/>
                      <a:pt x="80" y="81"/>
                      <a:pt x="74" y="81"/>
                    </a:cubicBezTo>
                    <a:cubicBezTo>
                      <a:pt x="64" y="81"/>
                      <a:pt x="53" y="80"/>
                      <a:pt x="43" y="80"/>
                    </a:cubicBezTo>
                    <a:cubicBezTo>
                      <a:pt x="33" y="80"/>
                      <a:pt x="24" y="81"/>
                      <a:pt x="14" y="83"/>
                    </a:cubicBezTo>
                    <a:cubicBezTo>
                      <a:pt x="12" y="85"/>
                      <a:pt x="3" y="85"/>
                      <a:pt x="1" y="91"/>
                    </a:cubicBezTo>
                    <a:lnTo>
                      <a:pt x="1" y="96"/>
                    </a:lnTo>
                    <a:cubicBezTo>
                      <a:pt x="3" y="99"/>
                      <a:pt x="9" y="107"/>
                      <a:pt x="12" y="110"/>
                    </a:cubicBezTo>
                    <a:cubicBezTo>
                      <a:pt x="14" y="113"/>
                      <a:pt x="17" y="116"/>
                      <a:pt x="25" y="121"/>
                    </a:cubicBezTo>
                    <a:cubicBezTo>
                      <a:pt x="25" y="124"/>
                      <a:pt x="28" y="124"/>
                      <a:pt x="28" y="124"/>
                    </a:cubicBezTo>
                    <a:cubicBezTo>
                      <a:pt x="42" y="132"/>
                      <a:pt x="56" y="132"/>
                      <a:pt x="70" y="138"/>
                    </a:cubicBezTo>
                    <a:cubicBezTo>
                      <a:pt x="86" y="140"/>
                      <a:pt x="100" y="151"/>
                      <a:pt x="119" y="160"/>
                    </a:cubicBezTo>
                    <a:cubicBezTo>
                      <a:pt x="136" y="167"/>
                      <a:pt x="152" y="171"/>
                      <a:pt x="168" y="171"/>
                    </a:cubicBezTo>
                    <a:cubicBezTo>
                      <a:pt x="180" y="171"/>
                      <a:pt x="192" y="169"/>
                      <a:pt x="204" y="165"/>
                    </a:cubicBezTo>
                    <a:lnTo>
                      <a:pt x="235" y="154"/>
                    </a:lnTo>
                    <a:cubicBezTo>
                      <a:pt x="284" y="138"/>
                      <a:pt x="342" y="135"/>
                      <a:pt x="394" y="135"/>
                    </a:cubicBezTo>
                    <a:cubicBezTo>
                      <a:pt x="422" y="135"/>
                      <a:pt x="449" y="138"/>
                      <a:pt x="477" y="138"/>
                    </a:cubicBezTo>
                    <a:lnTo>
                      <a:pt x="548" y="127"/>
                    </a:lnTo>
                    <a:cubicBezTo>
                      <a:pt x="568" y="124"/>
                      <a:pt x="592" y="121"/>
                      <a:pt x="617" y="121"/>
                    </a:cubicBezTo>
                    <a:cubicBezTo>
                      <a:pt x="643" y="118"/>
                      <a:pt x="668" y="117"/>
                      <a:pt x="693" y="117"/>
                    </a:cubicBezTo>
                    <a:cubicBezTo>
                      <a:pt x="718" y="117"/>
                      <a:pt x="742" y="118"/>
                      <a:pt x="768" y="121"/>
                    </a:cubicBezTo>
                    <a:cubicBezTo>
                      <a:pt x="834" y="124"/>
                      <a:pt x="895" y="124"/>
                      <a:pt x="961" y="124"/>
                    </a:cubicBezTo>
                    <a:lnTo>
                      <a:pt x="1101" y="124"/>
                    </a:lnTo>
                    <a:cubicBezTo>
                      <a:pt x="1156" y="127"/>
                      <a:pt x="1211" y="127"/>
                      <a:pt x="1267" y="127"/>
                    </a:cubicBezTo>
                    <a:cubicBezTo>
                      <a:pt x="1294" y="127"/>
                      <a:pt x="1319" y="127"/>
                      <a:pt x="1344" y="124"/>
                    </a:cubicBezTo>
                    <a:cubicBezTo>
                      <a:pt x="1354" y="122"/>
                      <a:pt x="1382" y="115"/>
                      <a:pt x="1401" y="115"/>
                    </a:cubicBezTo>
                    <a:cubicBezTo>
                      <a:pt x="1408" y="115"/>
                      <a:pt x="1413" y="116"/>
                      <a:pt x="1417" y="118"/>
                    </a:cubicBezTo>
                    <a:lnTo>
                      <a:pt x="1417" y="118"/>
                    </a:lnTo>
                    <a:cubicBezTo>
                      <a:pt x="1346" y="80"/>
                      <a:pt x="1269" y="44"/>
                      <a:pt x="1200" y="44"/>
                    </a:cubicBezTo>
                    <a:cubicBezTo>
                      <a:pt x="1178" y="41"/>
                      <a:pt x="1154" y="41"/>
                      <a:pt x="1129" y="41"/>
                    </a:cubicBezTo>
                    <a:cubicBezTo>
                      <a:pt x="1104" y="41"/>
                      <a:pt x="1085" y="41"/>
                      <a:pt x="1063" y="39"/>
                    </a:cubicBezTo>
                    <a:cubicBezTo>
                      <a:pt x="1035" y="36"/>
                      <a:pt x="1008" y="28"/>
                      <a:pt x="980" y="22"/>
                    </a:cubicBezTo>
                    <a:cubicBezTo>
                      <a:pt x="925" y="11"/>
                      <a:pt x="870" y="8"/>
                      <a:pt x="815" y="3"/>
                    </a:cubicBezTo>
                    <a:cubicBezTo>
                      <a:pt x="766" y="0"/>
                      <a:pt x="716" y="0"/>
                      <a:pt x="6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7"/>
              <p:cNvSpPr/>
              <p:nvPr/>
            </p:nvSpPr>
            <p:spPr>
              <a:xfrm>
                <a:off x="10604719" y="3904319"/>
                <a:ext cx="431444" cy="53117"/>
              </a:xfrm>
              <a:custGeom>
                <a:avLst/>
                <a:gdLst/>
                <a:ahLst/>
                <a:cxnLst/>
                <a:rect l="l" t="t" r="r" b="b"/>
                <a:pathLst>
                  <a:path w="1592" h="196" extrusionOk="0">
                    <a:moveTo>
                      <a:pt x="531" y="0"/>
                    </a:moveTo>
                    <a:cubicBezTo>
                      <a:pt x="487" y="0"/>
                      <a:pt x="443" y="2"/>
                      <a:pt x="400" y="6"/>
                    </a:cubicBezTo>
                    <a:lnTo>
                      <a:pt x="398" y="6"/>
                    </a:lnTo>
                    <a:cubicBezTo>
                      <a:pt x="334" y="11"/>
                      <a:pt x="274" y="20"/>
                      <a:pt x="216" y="31"/>
                    </a:cubicBezTo>
                    <a:cubicBezTo>
                      <a:pt x="179" y="37"/>
                      <a:pt x="136" y="47"/>
                      <a:pt x="98" y="47"/>
                    </a:cubicBezTo>
                    <a:cubicBezTo>
                      <a:pt x="87" y="47"/>
                      <a:pt x="77" y="46"/>
                      <a:pt x="67" y="44"/>
                    </a:cubicBezTo>
                    <a:cubicBezTo>
                      <a:pt x="60" y="43"/>
                      <a:pt x="40" y="38"/>
                      <a:pt x="24" y="38"/>
                    </a:cubicBezTo>
                    <a:cubicBezTo>
                      <a:pt x="11" y="38"/>
                      <a:pt x="0" y="41"/>
                      <a:pt x="1" y="53"/>
                    </a:cubicBezTo>
                    <a:cubicBezTo>
                      <a:pt x="1" y="55"/>
                      <a:pt x="1" y="58"/>
                      <a:pt x="4" y="61"/>
                    </a:cubicBezTo>
                    <a:lnTo>
                      <a:pt x="10" y="66"/>
                    </a:lnTo>
                    <a:cubicBezTo>
                      <a:pt x="23" y="80"/>
                      <a:pt x="51" y="80"/>
                      <a:pt x="65" y="80"/>
                    </a:cubicBezTo>
                    <a:cubicBezTo>
                      <a:pt x="87" y="80"/>
                      <a:pt x="111" y="83"/>
                      <a:pt x="136" y="88"/>
                    </a:cubicBezTo>
                    <a:cubicBezTo>
                      <a:pt x="205" y="102"/>
                      <a:pt x="271" y="127"/>
                      <a:pt x="334" y="149"/>
                    </a:cubicBezTo>
                    <a:cubicBezTo>
                      <a:pt x="367" y="157"/>
                      <a:pt x="400" y="165"/>
                      <a:pt x="436" y="168"/>
                    </a:cubicBezTo>
                    <a:cubicBezTo>
                      <a:pt x="453" y="170"/>
                      <a:pt x="470" y="171"/>
                      <a:pt x="487" y="171"/>
                    </a:cubicBezTo>
                    <a:cubicBezTo>
                      <a:pt x="534" y="171"/>
                      <a:pt x="583" y="165"/>
                      <a:pt x="632" y="163"/>
                    </a:cubicBezTo>
                    <a:cubicBezTo>
                      <a:pt x="645" y="157"/>
                      <a:pt x="659" y="157"/>
                      <a:pt x="673" y="157"/>
                    </a:cubicBezTo>
                    <a:cubicBezTo>
                      <a:pt x="688" y="156"/>
                      <a:pt x="702" y="156"/>
                      <a:pt x="716" y="156"/>
                    </a:cubicBezTo>
                    <a:cubicBezTo>
                      <a:pt x="755" y="156"/>
                      <a:pt x="791" y="159"/>
                      <a:pt x="830" y="163"/>
                    </a:cubicBezTo>
                    <a:cubicBezTo>
                      <a:pt x="865" y="165"/>
                      <a:pt x="896" y="165"/>
                      <a:pt x="929" y="168"/>
                    </a:cubicBezTo>
                    <a:cubicBezTo>
                      <a:pt x="984" y="171"/>
                      <a:pt x="1044" y="176"/>
                      <a:pt x="1102" y="179"/>
                    </a:cubicBezTo>
                    <a:cubicBezTo>
                      <a:pt x="1152" y="182"/>
                      <a:pt x="1201" y="185"/>
                      <a:pt x="1251" y="185"/>
                    </a:cubicBezTo>
                    <a:lnTo>
                      <a:pt x="1435" y="185"/>
                    </a:lnTo>
                    <a:cubicBezTo>
                      <a:pt x="1483" y="185"/>
                      <a:pt x="1531" y="192"/>
                      <a:pt x="1579" y="193"/>
                    </a:cubicBezTo>
                    <a:lnTo>
                      <a:pt x="1579" y="193"/>
                    </a:lnTo>
                    <a:cubicBezTo>
                      <a:pt x="1507" y="163"/>
                      <a:pt x="1433" y="135"/>
                      <a:pt x="1358" y="121"/>
                    </a:cubicBezTo>
                    <a:cubicBezTo>
                      <a:pt x="1308" y="110"/>
                      <a:pt x="1262" y="94"/>
                      <a:pt x="1215" y="75"/>
                    </a:cubicBezTo>
                    <a:cubicBezTo>
                      <a:pt x="1042" y="14"/>
                      <a:pt x="852" y="11"/>
                      <a:pt x="665" y="3"/>
                    </a:cubicBezTo>
                    <a:cubicBezTo>
                      <a:pt x="621" y="2"/>
                      <a:pt x="576" y="0"/>
                      <a:pt x="531" y="0"/>
                    </a:cubicBezTo>
                    <a:close/>
                    <a:moveTo>
                      <a:pt x="1588" y="189"/>
                    </a:moveTo>
                    <a:cubicBezTo>
                      <a:pt x="1586" y="189"/>
                      <a:pt x="1586" y="190"/>
                      <a:pt x="1586" y="193"/>
                    </a:cubicBezTo>
                    <a:lnTo>
                      <a:pt x="1586" y="193"/>
                    </a:lnTo>
                    <a:cubicBezTo>
                      <a:pt x="1584" y="193"/>
                      <a:pt x="1581" y="193"/>
                      <a:pt x="1579" y="193"/>
                    </a:cubicBezTo>
                    <a:lnTo>
                      <a:pt x="1579" y="193"/>
                    </a:lnTo>
                    <a:cubicBezTo>
                      <a:pt x="1582" y="194"/>
                      <a:pt x="1584" y="195"/>
                      <a:pt x="1586" y="196"/>
                    </a:cubicBezTo>
                    <a:cubicBezTo>
                      <a:pt x="1586" y="195"/>
                      <a:pt x="1586" y="194"/>
                      <a:pt x="1586" y="193"/>
                    </a:cubicBezTo>
                    <a:lnTo>
                      <a:pt x="1586" y="193"/>
                    </a:lnTo>
                    <a:cubicBezTo>
                      <a:pt x="1588" y="193"/>
                      <a:pt x="1590" y="193"/>
                      <a:pt x="1592" y="193"/>
                    </a:cubicBezTo>
                    <a:cubicBezTo>
                      <a:pt x="1592" y="191"/>
                      <a:pt x="1589" y="189"/>
                      <a:pt x="1588" y="1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7"/>
              <p:cNvSpPr/>
              <p:nvPr/>
            </p:nvSpPr>
            <p:spPr>
              <a:xfrm>
                <a:off x="10575450" y="3968277"/>
                <a:ext cx="435509" cy="86180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318" extrusionOk="0">
                    <a:moveTo>
                      <a:pt x="305" y="1"/>
                    </a:moveTo>
                    <a:cubicBezTo>
                      <a:pt x="272" y="1"/>
                      <a:pt x="244" y="1"/>
                      <a:pt x="208" y="12"/>
                    </a:cubicBezTo>
                    <a:cubicBezTo>
                      <a:pt x="187" y="20"/>
                      <a:pt x="165" y="27"/>
                      <a:pt x="143" y="27"/>
                    </a:cubicBezTo>
                    <a:cubicBezTo>
                      <a:pt x="136" y="27"/>
                      <a:pt x="130" y="27"/>
                      <a:pt x="123" y="26"/>
                    </a:cubicBezTo>
                    <a:cubicBezTo>
                      <a:pt x="109" y="23"/>
                      <a:pt x="98" y="17"/>
                      <a:pt x="90" y="15"/>
                    </a:cubicBezTo>
                    <a:cubicBezTo>
                      <a:pt x="81" y="13"/>
                      <a:pt x="58" y="9"/>
                      <a:pt x="39" y="9"/>
                    </a:cubicBezTo>
                    <a:cubicBezTo>
                      <a:pt x="18" y="9"/>
                      <a:pt x="0" y="14"/>
                      <a:pt x="8" y="31"/>
                    </a:cubicBezTo>
                    <a:cubicBezTo>
                      <a:pt x="10" y="42"/>
                      <a:pt x="16" y="50"/>
                      <a:pt x="27" y="53"/>
                    </a:cubicBezTo>
                    <a:cubicBezTo>
                      <a:pt x="35" y="56"/>
                      <a:pt x="38" y="59"/>
                      <a:pt x="43" y="59"/>
                    </a:cubicBezTo>
                    <a:cubicBezTo>
                      <a:pt x="52" y="59"/>
                      <a:pt x="54" y="64"/>
                      <a:pt x="57" y="64"/>
                    </a:cubicBezTo>
                    <a:cubicBezTo>
                      <a:pt x="93" y="72"/>
                      <a:pt x="123" y="83"/>
                      <a:pt x="159" y="94"/>
                    </a:cubicBezTo>
                    <a:cubicBezTo>
                      <a:pt x="222" y="114"/>
                      <a:pt x="288" y="127"/>
                      <a:pt x="354" y="141"/>
                    </a:cubicBezTo>
                    <a:cubicBezTo>
                      <a:pt x="415" y="155"/>
                      <a:pt x="481" y="166"/>
                      <a:pt x="544" y="174"/>
                    </a:cubicBezTo>
                    <a:cubicBezTo>
                      <a:pt x="550" y="177"/>
                      <a:pt x="558" y="177"/>
                      <a:pt x="563" y="177"/>
                    </a:cubicBezTo>
                    <a:cubicBezTo>
                      <a:pt x="585" y="180"/>
                      <a:pt x="602" y="180"/>
                      <a:pt x="621" y="180"/>
                    </a:cubicBezTo>
                    <a:cubicBezTo>
                      <a:pt x="635" y="177"/>
                      <a:pt x="646" y="177"/>
                      <a:pt x="660" y="177"/>
                    </a:cubicBezTo>
                    <a:cubicBezTo>
                      <a:pt x="687" y="177"/>
                      <a:pt x="709" y="194"/>
                      <a:pt x="731" y="202"/>
                    </a:cubicBezTo>
                    <a:cubicBezTo>
                      <a:pt x="751" y="205"/>
                      <a:pt x="764" y="207"/>
                      <a:pt x="781" y="207"/>
                    </a:cubicBezTo>
                    <a:lnTo>
                      <a:pt x="814" y="207"/>
                    </a:lnTo>
                    <a:cubicBezTo>
                      <a:pt x="894" y="207"/>
                      <a:pt x="973" y="213"/>
                      <a:pt x="1053" y="224"/>
                    </a:cubicBezTo>
                    <a:cubicBezTo>
                      <a:pt x="1075" y="229"/>
                      <a:pt x="1103" y="232"/>
                      <a:pt x="1128" y="235"/>
                    </a:cubicBezTo>
                    <a:cubicBezTo>
                      <a:pt x="1213" y="246"/>
                      <a:pt x="1301" y="262"/>
                      <a:pt x="1383" y="279"/>
                    </a:cubicBezTo>
                    <a:cubicBezTo>
                      <a:pt x="1419" y="287"/>
                      <a:pt x="1452" y="301"/>
                      <a:pt x="1485" y="306"/>
                    </a:cubicBezTo>
                    <a:cubicBezTo>
                      <a:pt x="1507" y="315"/>
                      <a:pt x="1529" y="315"/>
                      <a:pt x="1551" y="315"/>
                    </a:cubicBezTo>
                    <a:cubicBezTo>
                      <a:pt x="1554" y="315"/>
                      <a:pt x="1558" y="315"/>
                      <a:pt x="1563" y="315"/>
                    </a:cubicBezTo>
                    <a:cubicBezTo>
                      <a:pt x="1571" y="315"/>
                      <a:pt x="1580" y="315"/>
                      <a:pt x="1588" y="315"/>
                    </a:cubicBezTo>
                    <a:cubicBezTo>
                      <a:pt x="1595" y="315"/>
                      <a:pt x="1601" y="315"/>
                      <a:pt x="1605" y="317"/>
                    </a:cubicBezTo>
                    <a:lnTo>
                      <a:pt x="1605" y="317"/>
                    </a:lnTo>
                    <a:cubicBezTo>
                      <a:pt x="1575" y="303"/>
                      <a:pt x="1543" y="287"/>
                      <a:pt x="1507" y="276"/>
                    </a:cubicBezTo>
                    <a:cubicBezTo>
                      <a:pt x="1447" y="243"/>
                      <a:pt x="1389" y="210"/>
                      <a:pt x="1328" y="188"/>
                    </a:cubicBezTo>
                    <a:cubicBezTo>
                      <a:pt x="1315" y="180"/>
                      <a:pt x="1301" y="177"/>
                      <a:pt x="1287" y="169"/>
                    </a:cubicBezTo>
                    <a:cubicBezTo>
                      <a:pt x="1207" y="138"/>
                      <a:pt x="1128" y="114"/>
                      <a:pt x="1045" y="97"/>
                    </a:cubicBezTo>
                    <a:cubicBezTo>
                      <a:pt x="987" y="83"/>
                      <a:pt x="924" y="78"/>
                      <a:pt x="866" y="56"/>
                    </a:cubicBezTo>
                    <a:cubicBezTo>
                      <a:pt x="828" y="42"/>
                      <a:pt x="786" y="26"/>
                      <a:pt x="745" y="23"/>
                    </a:cubicBezTo>
                    <a:cubicBezTo>
                      <a:pt x="738" y="21"/>
                      <a:pt x="731" y="21"/>
                      <a:pt x="723" y="21"/>
                    </a:cubicBezTo>
                    <a:cubicBezTo>
                      <a:pt x="706" y="21"/>
                      <a:pt x="687" y="24"/>
                      <a:pt x="668" y="26"/>
                    </a:cubicBezTo>
                    <a:cubicBezTo>
                      <a:pt x="635" y="26"/>
                      <a:pt x="607" y="26"/>
                      <a:pt x="577" y="23"/>
                    </a:cubicBezTo>
                    <a:cubicBezTo>
                      <a:pt x="525" y="15"/>
                      <a:pt x="478" y="9"/>
                      <a:pt x="426" y="4"/>
                    </a:cubicBezTo>
                    <a:cubicBezTo>
                      <a:pt x="385" y="1"/>
                      <a:pt x="346" y="1"/>
                      <a:pt x="305" y="1"/>
                    </a:cubicBezTo>
                    <a:close/>
                    <a:moveTo>
                      <a:pt x="1605" y="317"/>
                    </a:moveTo>
                    <a:cubicBezTo>
                      <a:pt x="1606" y="317"/>
                      <a:pt x="1606" y="317"/>
                      <a:pt x="1606" y="317"/>
                    </a:cubicBezTo>
                    <a:cubicBezTo>
                      <a:pt x="1606" y="317"/>
                      <a:pt x="1606" y="317"/>
                      <a:pt x="1605" y="31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7"/>
              <p:cNvSpPr/>
              <p:nvPr/>
            </p:nvSpPr>
            <p:spPr>
              <a:xfrm>
                <a:off x="10555396" y="4006760"/>
                <a:ext cx="359356" cy="155016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572" extrusionOk="0">
                    <a:moveTo>
                      <a:pt x="70" y="1"/>
                    </a:moveTo>
                    <a:cubicBezTo>
                      <a:pt x="29" y="1"/>
                      <a:pt x="0" y="26"/>
                      <a:pt x="29" y="41"/>
                    </a:cubicBezTo>
                    <a:cubicBezTo>
                      <a:pt x="35" y="49"/>
                      <a:pt x="46" y="49"/>
                      <a:pt x="60" y="52"/>
                    </a:cubicBezTo>
                    <a:cubicBezTo>
                      <a:pt x="84" y="54"/>
                      <a:pt x="104" y="63"/>
                      <a:pt x="126" y="71"/>
                    </a:cubicBezTo>
                    <a:cubicBezTo>
                      <a:pt x="153" y="85"/>
                      <a:pt x="181" y="107"/>
                      <a:pt x="203" y="123"/>
                    </a:cubicBezTo>
                    <a:cubicBezTo>
                      <a:pt x="216" y="131"/>
                      <a:pt x="227" y="140"/>
                      <a:pt x="238" y="148"/>
                    </a:cubicBezTo>
                    <a:cubicBezTo>
                      <a:pt x="326" y="208"/>
                      <a:pt x="417" y="269"/>
                      <a:pt x="514" y="316"/>
                    </a:cubicBezTo>
                    <a:cubicBezTo>
                      <a:pt x="547" y="332"/>
                      <a:pt x="582" y="351"/>
                      <a:pt x="621" y="365"/>
                    </a:cubicBezTo>
                    <a:cubicBezTo>
                      <a:pt x="665" y="382"/>
                      <a:pt x="712" y="398"/>
                      <a:pt x="758" y="415"/>
                    </a:cubicBezTo>
                    <a:cubicBezTo>
                      <a:pt x="791" y="428"/>
                      <a:pt x="827" y="439"/>
                      <a:pt x="860" y="451"/>
                    </a:cubicBezTo>
                    <a:cubicBezTo>
                      <a:pt x="871" y="453"/>
                      <a:pt x="882" y="456"/>
                      <a:pt x="891" y="464"/>
                    </a:cubicBezTo>
                    <a:cubicBezTo>
                      <a:pt x="902" y="470"/>
                      <a:pt x="913" y="481"/>
                      <a:pt x="924" y="489"/>
                    </a:cubicBezTo>
                    <a:cubicBezTo>
                      <a:pt x="929" y="492"/>
                      <a:pt x="940" y="495"/>
                      <a:pt x="951" y="497"/>
                    </a:cubicBezTo>
                    <a:cubicBezTo>
                      <a:pt x="962" y="503"/>
                      <a:pt x="973" y="503"/>
                      <a:pt x="984" y="506"/>
                    </a:cubicBezTo>
                    <a:cubicBezTo>
                      <a:pt x="1025" y="517"/>
                      <a:pt x="1067" y="522"/>
                      <a:pt x="1108" y="530"/>
                    </a:cubicBezTo>
                    <a:lnTo>
                      <a:pt x="1325" y="572"/>
                    </a:lnTo>
                    <a:cubicBezTo>
                      <a:pt x="1312" y="558"/>
                      <a:pt x="1298" y="544"/>
                      <a:pt x="1281" y="533"/>
                    </a:cubicBezTo>
                    <a:lnTo>
                      <a:pt x="1259" y="511"/>
                    </a:lnTo>
                    <a:cubicBezTo>
                      <a:pt x="1240" y="492"/>
                      <a:pt x="1218" y="475"/>
                      <a:pt x="1193" y="462"/>
                    </a:cubicBezTo>
                    <a:cubicBezTo>
                      <a:pt x="1171" y="448"/>
                      <a:pt x="1146" y="442"/>
                      <a:pt x="1124" y="428"/>
                    </a:cubicBezTo>
                    <a:cubicBezTo>
                      <a:pt x="1108" y="420"/>
                      <a:pt x="1094" y="406"/>
                      <a:pt x="1078" y="393"/>
                    </a:cubicBezTo>
                    <a:cubicBezTo>
                      <a:pt x="1050" y="371"/>
                      <a:pt x="1014" y="354"/>
                      <a:pt x="984" y="338"/>
                    </a:cubicBezTo>
                    <a:cubicBezTo>
                      <a:pt x="904" y="299"/>
                      <a:pt x="827" y="261"/>
                      <a:pt x="747" y="228"/>
                    </a:cubicBezTo>
                    <a:cubicBezTo>
                      <a:pt x="717" y="217"/>
                      <a:pt x="681" y="203"/>
                      <a:pt x="651" y="186"/>
                    </a:cubicBezTo>
                    <a:cubicBezTo>
                      <a:pt x="615" y="164"/>
                      <a:pt x="585" y="140"/>
                      <a:pt x="552" y="123"/>
                    </a:cubicBezTo>
                    <a:cubicBezTo>
                      <a:pt x="527" y="112"/>
                      <a:pt x="503" y="104"/>
                      <a:pt x="478" y="96"/>
                    </a:cubicBezTo>
                    <a:cubicBezTo>
                      <a:pt x="450" y="90"/>
                      <a:pt x="428" y="82"/>
                      <a:pt x="401" y="76"/>
                    </a:cubicBezTo>
                    <a:cubicBezTo>
                      <a:pt x="296" y="52"/>
                      <a:pt x="189" y="27"/>
                      <a:pt x="87" y="2"/>
                    </a:cubicBezTo>
                    <a:cubicBezTo>
                      <a:pt x="81" y="1"/>
                      <a:pt x="76" y="1"/>
                      <a:pt x="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7"/>
              <p:cNvSpPr/>
              <p:nvPr/>
            </p:nvSpPr>
            <p:spPr>
              <a:xfrm>
                <a:off x="10549704" y="4039281"/>
                <a:ext cx="215722" cy="207592"/>
              </a:xfrm>
              <a:custGeom>
                <a:avLst/>
                <a:gdLst/>
                <a:ahLst/>
                <a:cxnLst/>
                <a:rect l="l" t="t" r="r" b="b"/>
                <a:pathLst>
                  <a:path w="796" h="766" extrusionOk="0">
                    <a:moveTo>
                      <a:pt x="20" y="0"/>
                    </a:moveTo>
                    <a:cubicBezTo>
                      <a:pt x="1" y="3"/>
                      <a:pt x="6" y="22"/>
                      <a:pt x="20" y="36"/>
                    </a:cubicBezTo>
                    <a:cubicBezTo>
                      <a:pt x="23" y="39"/>
                      <a:pt x="23" y="42"/>
                      <a:pt x="26" y="42"/>
                    </a:cubicBezTo>
                    <a:cubicBezTo>
                      <a:pt x="50" y="55"/>
                      <a:pt x="67" y="77"/>
                      <a:pt x="83" y="97"/>
                    </a:cubicBezTo>
                    <a:cubicBezTo>
                      <a:pt x="92" y="108"/>
                      <a:pt x="103" y="119"/>
                      <a:pt x="108" y="127"/>
                    </a:cubicBezTo>
                    <a:cubicBezTo>
                      <a:pt x="125" y="149"/>
                      <a:pt x="144" y="174"/>
                      <a:pt x="160" y="193"/>
                    </a:cubicBezTo>
                    <a:cubicBezTo>
                      <a:pt x="185" y="229"/>
                      <a:pt x="213" y="259"/>
                      <a:pt x="235" y="292"/>
                    </a:cubicBezTo>
                    <a:cubicBezTo>
                      <a:pt x="240" y="295"/>
                      <a:pt x="243" y="303"/>
                      <a:pt x="246" y="306"/>
                    </a:cubicBezTo>
                    <a:cubicBezTo>
                      <a:pt x="273" y="344"/>
                      <a:pt x="301" y="377"/>
                      <a:pt x="325" y="416"/>
                    </a:cubicBezTo>
                    <a:cubicBezTo>
                      <a:pt x="331" y="424"/>
                      <a:pt x="336" y="432"/>
                      <a:pt x="342" y="441"/>
                    </a:cubicBezTo>
                    <a:cubicBezTo>
                      <a:pt x="353" y="463"/>
                      <a:pt x="367" y="479"/>
                      <a:pt x="380" y="496"/>
                    </a:cubicBezTo>
                    <a:cubicBezTo>
                      <a:pt x="411" y="531"/>
                      <a:pt x="452" y="562"/>
                      <a:pt x="491" y="589"/>
                    </a:cubicBezTo>
                    <a:cubicBezTo>
                      <a:pt x="515" y="608"/>
                      <a:pt x="537" y="628"/>
                      <a:pt x="565" y="641"/>
                    </a:cubicBezTo>
                    <a:cubicBezTo>
                      <a:pt x="587" y="655"/>
                      <a:pt x="612" y="661"/>
                      <a:pt x="631" y="674"/>
                    </a:cubicBezTo>
                    <a:cubicBezTo>
                      <a:pt x="653" y="688"/>
                      <a:pt x="669" y="705"/>
                      <a:pt x="689" y="718"/>
                    </a:cubicBezTo>
                    <a:cubicBezTo>
                      <a:pt x="724" y="741"/>
                      <a:pt x="757" y="752"/>
                      <a:pt x="796" y="765"/>
                    </a:cubicBezTo>
                    <a:cubicBezTo>
                      <a:pt x="749" y="724"/>
                      <a:pt x="724" y="661"/>
                      <a:pt x="686" y="617"/>
                    </a:cubicBezTo>
                    <a:cubicBezTo>
                      <a:pt x="658" y="581"/>
                      <a:pt x="625" y="551"/>
                      <a:pt x="598" y="518"/>
                    </a:cubicBezTo>
                    <a:cubicBezTo>
                      <a:pt x="570" y="476"/>
                      <a:pt x="551" y="427"/>
                      <a:pt x="515" y="397"/>
                    </a:cubicBezTo>
                    <a:cubicBezTo>
                      <a:pt x="496" y="380"/>
                      <a:pt x="477" y="369"/>
                      <a:pt x="463" y="353"/>
                    </a:cubicBezTo>
                    <a:cubicBezTo>
                      <a:pt x="449" y="333"/>
                      <a:pt x="441" y="314"/>
                      <a:pt x="427" y="292"/>
                    </a:cubicBezTo>
                    <a:cubicBezTo>
                      <a:pt x="419" y="275"/>
                      <a:pt x="400" y="262"/>
                      <a:pt x="386" y="248"/>
                    </a:cubicBezTo>
                    <a:cubicBezTo>
                      <a:pt x="378" y="242"/>
                      <a:pt x="367" y="231"/>
                      <a:pt x="356" y="220"/>
                    </a:cubicBezTo>
                    <a:cubicBezTo>
                      <a:pt x="317" y="187"/>
                      <a:pt x="276" y="152"/>
                      <a:pt x="235" y="124"/>
                    </a:cubicBezTo>
                    <a:cubicBezTo>
                      <a:pt x="218" y="113"/>
                      <a:pt x="199" y="99"/>
                      <a:pt x="180" y="91"/>
                    </a:cubicBezTo>
                    <a:cubicBezTo>
                      <a:pt x="158" y="77"/>
                      <a:pt x="133" y="58"/>
                      <a:pt x="108" y="44"/>
                    </a:cubicBezTo>
                    <a:cubicBezTo>
                      <a:pt x="92" y="36"/>
                      <a:pt x="78" y="25"/>
                      <a:pt x="61" y="14"/>
                    </a:cubicBezTo>
                    <a:cubicBezTo>
                      <a:pt x="53" y="9"/>
                      <a:pt x="42" y="0"/>
                      <a:pt x="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7"/>
              <p:cNvSpPr/>
              <p:nvPr/>
            </p:nvSpPr>
            <p:spPr>
              <a:xfrm>
                <a:off x="10411761" y="3756891"/>
                <a:ext cx="285100" cy="659903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2435" extrusionOk="0">
                    <a:moveTo>
                      <a:pt x="1042" y="1"/>
                    </a:moveTo>
                    <a:cubicBezTo>
                      <a:pt x="1038" y="1"/>
                      <a:pt x="1033" y="3"/>
                      <a:pt x="1030" y="8"/>
                    </a:cubicBezTo>
                    <a:cubicBezTo>
                      <a:pt x="945" y="225"/>
                      <a:pt x="799" y="404"/>
                      <a:pt x="686" y="602"/>
                    </a:cubicBezTo>
                    <a:cubicBezTo>
                      <a:pt x="579" y="792"/>
                      <a:pt x="501" y="998"/>
                      <a:pt x="419" y="1196"/>
                    </a:cubicBezTo>
                    <a:cubicBezTo>
                      <a:pt x="331" y="1411"/>
                      <a:pt x="251" y="1623"/>
                      <a:pt x="171" y="1838"/>
                    </a:cubicBezTo>
                    <a:cubicBezTo>
                      <a:pt x="133" y="1934"/>
                      <a:pt x="94" y="2033"/>
                      <a:pt x="67" y="2132"/>
                    </a:cubicBezTo>
                    <a:cubicBezTo>
                      <a:pt x="42" y="2220"/>
                      <a:pt x="1" y="2325"/>
                      <a:pt x="20" y="2415"/>
                    </a:cubicBezTo>
                    <a:cubicBezTo>
                      <a:pt x="22" y="2427"/>
                      <a:pt x="34" y="2434"/>
                      <a:pt x="47" y="2434"/>
                    </a:cubicBezTo>
                    <a:cubicBezTo>
                      <a:pt x="56" y="2434"/>
                      <a:pt x="65" y="2430"/>
                      <a:pt x="69" y="2421"/>
                    </a:cubicBezTo>
                    <a:cubicBezTo>
                      <a:pt x="89" y="2377"/>
                      <a:pt x="91" y="2330"/>
                      <a:pt x="102" y="2283"/>
                    </a:cubicBezTo>
                    <a:cubicBezTo>
                      <a:pt x="111" y="2234"/>
                      <a:pt x="124" y="2182"/>
                      <a:pt x="144" y="2129"/>
                    </a:cubicBezTo>
                    <a:cubicBezTo>
                      <a:pt x="174" y="2033"/>
                      <a:pt x="207" y="1939"/>
                      <a:pt x="240" y="1843"/>
                    </a:cubicBezTo>
                    <a:cubicBezTo>
                      <a:pt x="314" y="1631"/>
                      <a:pt x="386" y="1414"/>
                      <a:pt x="468" y="1202"/>
                    </a:cubicBezTo>
                    <a:cubicBezTo>
                      <a:pt x="551" y="990"/>
                      <a:pt x="634" y="778"/>
                      <a:pt x="746" y="586"/>
                    </a:cubicBezTo>
                    <a:cubicBezTo>
                      <a:pt x="801" y="492"/>
                      <a:pt x="865" y="404"/>
                      <a:pt x="920" y="308"/>
                    </a:cubicBezTo>
                    <a:cubicBezTo>
                      <a:pt x="972" y="214"/>
                      <a:pt x="1013" y="118"/>
                      <a:pt x="1046" y="13"/>
                    </a:cubicBezTo>
                    <a:cubicBezTo>
                      <a:pt x="1051" y="5"/>
                      <a:pt x="1048" y="1"/>
                      <a:pt x="10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6" name="Google Shape;926;p47"/>
            <p:cNvSpPr/>
            <p:nvPr/>
          </p:nvSpPr>
          <p:spPr>
            <a:xfrm>
              <a:off x="10172462" y="4298635"/>
              <a:ext cx="423856" cy="508139"/>
            </a:xfrm>
            <a:custGeom>
              <a:avLst/>
              <a:gdLst/>
              <a:ahLst/>
              <a:cxnLst/>
              <a:rect l="l" t="t" r="r" b="b"/>
              <a:pathLst>
                <a:path w="1564" h="1875" extrusionOk="0">
                  <a:moveTo>
                    <a:pt x="0" y="1"/>
                  </a:moveTo>
                  <a:lnTo>
                    <a:pt x="0" y="1426"/>
                  </a:lnTo>
                  <a:cubicBezTo>
                    <a:pt x="0" y="1674"/>
                    <a:pt x="201" y="1875"/>
                    <a:pt x="449" y="1875"/>
                  </a:cubicBezTo>
                  <a:lnTo>
                    <a:pt x="1115" y="1875"/>
                  </a:lnTo>
                  <a:cubicBezTo>
                    <a:pt x="1362" y="1875"/>
                    <a:pt x="1563" y="1674"/>
                    <a:pt x="1563" y="1426"/>
                  </a:cubicBezTo>
                  <a:lnTo>
                    <a:pt x="15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877;p47"/>
          <p:cNvSpPr txBox="1">
            <a:spLocks noGrp="1"/>
          </p:cNvSpPr>
          <p:nvPr>
            <p:ph type="title"/>
          </p:nvPr>
        </p:nvSpPr>
        <p:spPr>
          <a:xfrm>
            <a:off x="785837" y="2281373"/>
            <a:ext cx="465062" cy="311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3</a:t>
            </a:r>
            <a:endParaRPr sz="1800" dirty="0"/>
          </a:p>
        </p:txBody>
      </p:sp>
      <p:sp>
        <p:nvSpPr>
          <p:cNvPr id="63" name="Google Shape;886;p47"/>
          <p:cNvSpPr txBox="1">
            <a:spLocks noGrp="1"/>
          </p:cNvSpPr>
          <p:nvPr>
            <p:ph type="subTitle" idx="9"/>
          </p:nvPr>
        </p:nvSpPr>
        <p:spPr>
          <a:xfrm>
            <a:off x="1329736" y="2261431"/>
            <a:ext cx="2518057" cy="418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Univariate Charts</a:t>
            </a:r>
            <a:endParaRPr sz="1800" dirty="0"/>
          </a:p>
        </p:txBody>
      </p:sp>
      <p:sp>
        <p:nvSpPr>
          <p:cNvPr id="64" name="Google Shape;877;p47"/>
          <p:cNvSpPr txBox="1">
            <a:spLocks noGrp="1"/>
          </p:cNvSpPr>
          <p:nvPr>
            <p:ph type="title"/>
          </p:nvPr>
        </p:nvSpPr>
        <p:spPr>
          <a:xfrm>
            <a:off x="785837" y="1821555"/>
            <a:ext cx="465062" cy="311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2</a:t>
            </a:r>
            <a:endParaRPr sz="1800" dirty="0"/>
          </a:p>
        </p:txBody>
      </p:sp>
      <p:sp>
        <p:nvSpPr>
          <p:cNvPr id="65" name="Google Shape;886;p47"/>
          <p:cNvSpPr txBox="1">
            <a:spLocks noGrp="1"/>
          </p:cNvSpPr>
          <p:nvPr>
            <p:ph type="subTitle" idx="9"/>
          </p:nvPr>
        </p:nvSpPr>
        <p:spPr>
          <a:xfrm>
            <a:off x="1329738" y="1808034"/>
            <a:ext cx="2518057" cy="418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Datasets Overview</a:t>
            </a:r>
            <a:endParaRPr sz="1800" dirty="0"/>
          </a:p>
        </p:txBody>
      </p:sp>
      <p:sp>
        <p:nvSpPr>
          <p:cNvPr id="66" name="Google Shape;877;p47"/>
          <p:cNvSpPr txBox="1">
            <a:spLocks noGrp="1"/>
          </p:cNvSpPr>
          <p:nvPr>
            <p:ph type="title"/>
          </p:nvPr>
        </p:nvSpPr>
        <p:spPr>
          <a:xfrm>
            <a:off x="785837" y="2746623"/>
            <a:ext cx="465062" cy="311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4</a:t>
            </a:r>
            <a:endParaRPr sz="1800" dirty="0"/>
          </a:p>
        </p:txBody>
      </p:sp>
      <p:sp>
        <p:nvSpPr>
          <p:cNvPr id="67" name="Google Shape;886;p47"/>
          <p:cNvSpPr txBox="1">
            <a:spLocks noGrp="1"/>
          </p:cNvSpPr>
          <p:nvPr>
            <p:ph type="subTitle" idx="9"/>
          </p:nvPr>
        </p:nvSpPr>
        <p:spPr>
          <a:xfrm>
            <a:off x="1330321" y="1361737"/>
            <a:ext cx="2518057" cy="418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Problem Statement</a:t>
            </a:r>
            <a:endParaRPr sz="1800" dirty="0"/>
          </a:p>
        </p:txBody>
      </p:sp>
      <p:sp>
        <p:nvSpPr>
          <p:cNvPr id="68" name="Google Shape;877;p47"/>
          <p:cNvSpPr txBox="1">
            <a:spLocks noGrp="1"/>
          </p:cNvSpPr>
          <p:nvPr>
            <p:ph type="title"/>
          </p:nvPr>
        </p:nvSpPr>
        <p:spPr>
          <a:xfrm>
            <a:off x="785837" y="3664252"/>
            <a:ext cx="465062" cy="311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6</a:t>
            </a:r>
            <a:endParaRPr sz="1800" dirty="0"/>
          </a:p>
        </p:txBody>
      </p:sp>
      <p:sp>
        <p:nvSpPr>
          <p:cNvPr id="69" name="Google Shape;886;p47"/>
          <p:cNvSpPr txBox="1">
            <a:spLocks noGrp="1"/>
          </p:cNvSpPr>
          <p:nvPr>
            <p:ph type="subTitle" idx="9"/>
          </p:nvPr>
        </p:nvSpPr>
        <p:spPr>
          <a:xfrm>
            <a:off x="1340169" y="3622504"/>
            <a:ext cx="3070897" cy="418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Conclusion &amp; References</a:t>
            </a:r>
            <a:endParaRPr sz="1800" dirty="0"/>
          </a:p>
        </p:txBody>
      </p:sp>
      <p:sp>
        <p:nvSpPr>
          <p:cNvPr id="70" name="Google Shape;877;p47"/>
          <p:cNvSpPr txBox="1">
            <a:spLocks noGrp="1"/>
          </p:cNvSpPr>
          <p:nvPr>
            <p:ph type="title"/>
          </p:nvPr>
        </p:nvSpPr>
        <p:spPr>
          <a:xfrm>
            <a:off x="785837" y="3204362"/>
            <a:ext cx="465062" cy="311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5</a:t>
            </a:r>
            <a:endParaRPr sz="1800" dirty="0"/>
          </a:p>
        </p:txBody>
      </p:sp>
      <p:sp>
        <p:nvSpPr>
          <p:cNvPr id="71" name="Google Shape;886;p47"/>
          <p:cNvSpPr txBox="1">
            <a:spLocks noGrp="1"/>
          </p:cNvSpPr>
          <p:nvPr>
            <p:ph type="subTitle" idx="9"/>
          </p:nvPr>
        </p:nvSpPr>
        <p:spPr>
          <a:xfrm>
            <a:off x="1340169" y="3168440"/>
            <a:ext cx="2518057" cy="418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/>
              <a:t>Multivariate Charts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49"/>
          <p:cNvGrpSpPr/>
          <p:nvPr/>
        </p:nvGrpSpPr>
        <p:grpSpPr>
          <a:xfrm flipH="1">
            <a:off x="5588610" y="3147226"/>
            <a:ext cx="271844" cy="269041"/>
            <a:chOff x="12438923" y="3256856"/>
            <a:chExt cx="312969" cy="309741"/>
          </a:xfrm>
        </p:grpSpPr>
        <p:sp>
          <p:nvSpPr>
            <p:cNvPr id="975" name="Google Shape;975;p49"/>
            <p:cNvSpPr/>
            <p:nvPr/>
          </p:nvSpPr>
          <p:spPr>
            <a:xfrm>
              <a:off x="12438923" y="3256856"/>
              <a:ext cx="253131" cy="309741"/>
            </a:xfrm>
            <a:custGeom>
              <a:avLst/>
              <a:gdLst/>
              <a:ahLst/>
              <a:cxnLst/>
              <a:rect l="l" t="t" r="r" b="b"/>
              <a:pathLst>
                <a:path w="1726" h="2112" extrusionOk="0">
                  <a:moveTo>
                    <a:pt x="37" y="0"/>
                  </a:moveTo>
                  <a:cubicBezTo>
                    <a:pt x="19" y="0"/>
                    <a:pt x="1" y="14"/>
                    <a:pt x="1" y="36"/>
                  </a:cubicBezTo>
                  <a:lnTo>
                    <a:pt x="1" y="2111"/>
                  </a:lnTo>
                  <a:lnTo>
                    <a:pt x="1726" y="2111"/>
                  </a:lnTo>
                  <a:lnTo>
                    <a:pt x="1726" y="36"/>
                  </a:lnTo>
                  <a:cubicBezTo>
                    <a:pt x="1726" y="18"/>
                    <a:pt x="1711" y="0"/>
                    <a:pt x="169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12666097" y="3338251"/>
              <a:ext cx="85795" cy="140498"/>
            </a:xfrm>
            <a:custGeom>
              <a:avLst/>
              <a:gdLst/>
              <a:ahLst/>
              <a:cxnLst/>
              <a:rect l="l" t="t" r="r" b="b"/>
              <a:pathLst>
                <a:path w="585" h="958" fill="none" extrusionOk="0">
                  <a:moveTo>
                    <a:pt x="130" y="1"/>
                  </a:moveTo>
                  <a:lnTo>
                    <a:pt x="437" y="1"/>
                  </a:lnTo>
                  <a:cubicBezTo>
                    <a:pt x="520" y="1"/>
                    <a:pt x="585" y="69"/>
                    <a:pt x="585" y="149"/>
                  </a:cubicBezTo>
                  <a:lnTo>
                    <a:pt x="585" y="806"/>
                  </a:lnTo>
                  <a:cubicBezTo>
                    <a:pt x="585" y="889"/>
                    <a:pt x="520" y="957"/>
                    <a:pt x="437" y="957"/>
                  </a:cubicBezTo>
                  <a:lnTo>
                    <a:pt x="0" y="957"/>
                  </a:lnTo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49"/>
          <p:cNvGrpSpPr/>
          <p:nvPr/>
        </p:nvGrpSpPr>
        <p:grpSpPr>
          <a:xfrm flipH="1">
            <a:off x="5800463" y="2422266"/>
            <a:ext cx="1186225" cy="991200"/>
            <a:chOff x="11142316" y="2422225"/>
            <a:chExt cx="1365675" cy="1141146"/>
          </a:xfrm>
        </p:grpSpPr>
        <p:sp>
          <p:nvSpPr>
            <p:cNvPr id="978" name="Google Shape;978;p49"/>
            <p:cNvSpPr/>
            <p:nvPr/>
          </p:nvSpPr>
          <p:spPr>
            <a:xfrm>
              <a:off x="11638168" y="2722287"/>
              <a:ext cx="321913" cy="831548"/>
            </a:xfrm>
            <a:custGeom>
              <a:avLst/>
              <a:gdLst/>
              <a:ahLst/>
              <a:cxnLst/>
              <a:rect l="l" t="t" r="r" b="b"/>
              <a:pathLst>
                <a:path w="2195" h="5670" extrusionOk="0">
                  <a:moveTo>
                    <a:pt x="2018" y="0"/>
                  </a:moveTo>
                  <a:lnTo>
                    <a:pt x="1148" y="267"/>
                  </a:lnTo>
                  <a:lnTo>
                    <a:pt x="1" y="5399"/>
                  </a:lnTo>
                  <a:lnTo>
                    <a:pt x="178" y="5670"/>
                  </a:lnTo>
                  <a:lnTo>
                    <a:pt x="1224" y="5670"/>
                  </a:lnTo>
                  <a:lnTo>
                    <a:pt x="2195" y="267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11638168" y="2722287"/>
              <a:ext cx="296101" cy="791804"/>
            </a:xfrm>
            <a:custGeom>
              <a:avLst/>
              <a:gdLst/>
              <a:ahLst/>
              <a:cxnLst/>
              <a:rect l="l" t="t" r="r" b="b"/>
              <a:pathLst>
                <a:path w="2019" h="5399" extrusionOk="0">
                  <a:moveTo>
                    <a:pt x="972" y="0"/>
                  </a:moveTo>
                  <a:lnTo>
                    <a:pt x="1" y="5399"/>
                  </a:lnTo>
                  <a:lnTo>
                    <a:pt x="1044" y="5399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rgbClr val="353535">
                <a:alpha val="3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11142316" y="2422225"/>
              <a:ext cx="1365675" cy="831548"/>
            </a:xfrm>
            <a:custGeom>
              <a:avLst/>
              <a:gdLst/>
              <a:ahLst/>
              <a:cxnLst/>
              <a:rect l="l" t="t" r="r" b="b"/>
              <a:pathLst>
                <a:path w="9312" h="5670" extrusionOk="0">
                  <a:moveTo>
                    <a:pt x="9134" y="0"/>
                  </a:moveTo>
                  <a:lnTo>
                    <a:pt x="1152" y="263"/>
                  </a:lnTo>
                  <a:lnTo>
                    <a:pt x="0" y="5402"/>
                  </a:lnTo>
                  <a:lnTo>
                    <a:pt x="181" y="5669"/>
                  </a:lnTo>
                  <a:lnTo>
                    <a:pt x="8340" y="5669"/>
                  </a:lnTo>
                  <a:lnTo>
                    <a:pt x="9311" y="263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11142316" y="2422225"/>
              <a:ext cx="1339716" cy="792390"/>
            </a:xfrm>
            <a:custGeom>
              <a:avLst/>
              <a:gdLst/>
              <a:ahLst/>
              <a:cxnLst/>
              <a:rect l="l" t="t" r="r" b="b"/>
              <a:pathLst>
                <a:path w="9135" h="5403" extrusionOk="0">
                  <a:moveTo>
                    <a:pt x="971" y="0"/>
                  </a:moveTo>
                  <a:lnTo>
                    <a:pt x="0" y="5402"/>
                  </a:lnTo>
                  <a:lnTo>
                    <a:pt x="8163" y="5402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11197313" y="2454490"/>
              <a:ext cx="1230163" cy="727861"/>
            </a:xfrm>
            <a:custGeom>
              <a:avLst/>
              <a:gdLst/>
              <a:ahLst/>
              <a:cxnLst/>
              <a:rect l="l" t="t" r="r" b="b"/>
              <a:pathLst>
                <a:path w="8388" h="4963" extrusionOk="0">
                  <a:moveTo>
                    <a:pt x="892" y="0"/>
                  </a:moveTo>
                  <a:lnTo>
                    <a:pt x="1" y="4962"/>
                  </a:lnTo>
                  <a:lnTo>
                    <a:pt x="7493" y="4962"/>
                  </a:lnTo>
                  <a:lnTo>
                    <a:pt x="83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11409088" y="3513948"/>
              <a:ext cx="637373" cy="49424"/>
            </a:xfrm>
            <a:custGeom>
              <a:avLst/>
              <a:gdLst/>
              <a:ahLst/>
              <a:cxnLst/>
              <a:rect l="l" t="t" r="r" b="b"/>
              <a:pathLst>
                <a:path w="4346" h="337" extrusionOk="0">
                  <a:moveTo>
                    <a:pt x="0" y="1"/>
                  </a:moveTo>
                  <a:lnTo>
                    <a:pt x="0" y="337"/>
                  </a:lnTo>
                  <a:lnTo>
                    <a:pt x="4345" y="337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49"/>
          <p:cNvGrpSpPr/>
          <p:nvPr/>
        </p:nvGrpSpPr>
        <p:grpSpPr>
          <a:xfrm flipH="1">
            <a:off x="6733108" y="3386714"/>
            <a:ext cx="628908" cy="29554"/>
            <a:chOff x="10885664" y="3532573"/>
            <a:chExt cx="724048" cy="34025"/>
          </a:xfrm>
        </p:grpSpPr>
        <p:sp>
          <p:nvSpPr>
            <p:cNvPr id="985" name="Google Shape;985;p49"/>
            <p:cNvSpPr/>
            <p:nvPr/>
          </p:nvSpPr>
          <p:spPr>
            <a:xfrm>
              <a:off x="10885664" y="3542546"/>
              <a:ext cx="724048" cy="24052"/>
            </a:xfrm>
            <a:custGeom>
              <a:avLst/>
              <a:gdLst/>
              <a:ahLst/>
              <a:cxnLst/>
              <a:rect l="l" t="t" r="r" b="b"/>
              <a:pathLst>
                <a:path w="4937" h="164" extrusionOk="0">
                  <a:moveTo>
                    <a:pt x="0" y="1"/>
                  </a:moveTo>
                  <a:lnTo>
                    <a:pt x="0" y="163"/>
                  </a:lnTo>
                  <a:lnTo>
                    <a:pt x="4937" y="163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109232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109745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1102528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1107661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11127944" y="3532573"/>
              <a:ext cx="36664" cy="20679"/>
            </a:xfrm>
            <a:custGeom>
              <a:avLst/>
              <a:gdLst/>
              <a:ahLst/>
              <a:cxnLst/>
              <a:rect l="l" t="t" r="r" b="b"/>
              <a:pathLst>
                <a:path w="250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0" y="14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111788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11230165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112809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113322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11383716" y="3532573"/>
              <a:ext cx="37104" cy="20679"/>
            </a:xfrm>
            <a:custGeom>
              <a:avLst/>
              <a:gdLst/>
              <a:ahLst/>
              <a:cxnLst/>
              <a:rect l="l" t="t" r="r" b="b"/>
              <a:pathLst>
                <a:path w="253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1143446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1148579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115365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49"/>
          <p:cNvGrpSpPr/>
          <p:nvPr/>
        </p:nvGrpSpPr>
        <p:grpSpPr>
          <a:xfrm flipH="1">
            <a:off x="5422116" y="3416141"/>
            <a:ext cx="2622780" cy="1125462"/>
            <a:chOff x="9924025" y="3566451"/>
            <a:chExt cx="3019548" cy="1295719"/>
          </a:xfrm>
        </p:grpSpPr>
        <p:sp>
          <p:nvSpPr>
            <p:cNvPr id="1000" name="Google Shape;1000;p49"/>
            <p:cNvSpPr/>
            <p:nvPr/>
          </p:nvSpPr>
          <p:spPr>
            <a:xfrm>
              <a:off x="9924025" y="3622035"/>
              <a:ext cx="290089" cy="1240136"/>
            </a:xfrm>
            <a:custGeom>
              <a:avLst/>
              <a:gdLst/>
              <a:ahLst/>
              <a:cxnLst/>
              <a:rect l="l" t="t" r="r" b="b"/>
              <a:pathLst>
                <a:path w="1978" h="8456" extrusionOk="0">
                  <a:moveTo>
                    <a:pt x="1591" y="0"/>
                  </a:moveTo>
                  <a:lnTo>
                    <a:pt x="0" y="8455"/>
                  </a:lnTo>
                  <a:lnTo>
                    <a:pt x="386" y="8455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10235087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" y="0"/>
                  </a:moveTo>
                  <a:lnTo>
                    <a:pt x="1600" y="8455"/>
                  </a:lnTo>
                  <a:lnTo>
                    <a:pt x="1986" y="8455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058951" y="4301061"/>
              <a:ext cx="342592" cy="48250"/>
            </a:xfrm>
            <a:custGeom>
              <a:avLst/>
              <a:gdLst/>
              <a:ahLst/>
              <a:cxnLst/>
              <a:rect l="l" t="t" r="r" b="b"/>
              <a:pathLst>
                <a:path w="2336" h="329" extrusionOk="0">
                  <a:moveTo>
                    <a:pt x="0" y="0"/>
                  </a:moveTo>
                  <a:lnTo>
                    <a:pt x="0" y="329"/>
                  </a:lnTo>
                  <a:lnTo>
                    <a:pt x="2335" y="329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2340516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596" y="0"/>
                  </a:moveTo>
                  <a:lnTo>
                    <a:pt x="1" y="8455"/>
                  </a:lnTo>
                  <a:lnTo>
                    <a:pt x="387" y="8455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2652751" y="3622035"/>
              <a:ext cx="290822" cy="1240136"/>
            </a:xfrm>
            <a:custGeom>
              <a:avLst/>
              <a:gdLst/>
              <a:ahLst/>
              <a:cxnLst/>
              <a:rect l="l" t="t" r="r" b="b"/>
              <a:pathLst>
                <a:path w="1983" h="8456" extrusionOk="0">
                  <a:moveTo>
                    <a:pt x="1" y="0"/>
                  </a:moveTo>
                  <a:lnTo>
                    <a:pt x="1592" y="8455"/>
                  </a:lnTo>
                  <a:lnTo>
                    <a:pt x="1982" y="845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032406" y="3566451"/>
              <a:ext cx="2795732" cy="61449"/>
            </a:xfrm>
            <a:custGeom>
              <a:avLst/>
              <a:gdLst/>
              <a:ahLst/>
              <a:cxnLst/>
              <a:rect l="l" t="t" r="r" b="b"/>
              <a:pathLst>
                <a:path w="19063" h="419" extrusionOk="0">
                  <a:moveTo>
                    <a:pt x="1" y="0"/>
                  </a:moveTo>
                  <a:lnTo>
                    <a:pt x="1" y="419"/>
                  </a:lnTo>
                  <a:lnTo>
                    <a:pt x="19062" y="419"/>
                  </a:lnTo>
                  <a:lnTo>
                    <a:pt x="19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2476028" y="4301061"/>
              <a:ext cx="343179" cy="48250"/>
            </a:xfrm>
            <a:custGeom>
              <a:avLst/>
              <a:gdLst/>
              <a:ahLst/>
              <a:cxnLst/>
              <a:rect l="l" t="t" r="r" b="b"/>
              <a:pathLst>
                <a:path w="2340" h="329" extrusionOk="0">
                  <a:moveTo>
                    <a:pt x="1" y="0"/>
                  </a:moveTo>
                  <a:lnTo>
                    <a:pt x="1" y="329"/>
                  </a:lnTo>
                  <a:lnTo>
                    <a:pt x="2339" y="329"/>
                  </a:lnTo>
                  <a:lnTo>
                    <a:pt x="2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8" name="Google Shape;1008;p49"/>
          <p:cNvSpPr txBox="1">
            <a:spLocks noGrp="1"/>
          </p:cNvSpPr>
          <p:nvPr>
            <p:ph type="title"/>
          </p:nvPr>
        </p:nvSpPr>
        <p:spPr>
          <a:xfrm flipH="1">
            <a:off x="673532" y="2092326"/>
            <a:ext cx="3461633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grpSp>
        <p:nvGrpSpPr>
          <p:cNvPr id="1009" name="Google Shape;1009;p49"/>
          <p:cNvGrpSpPr/>
          <p:nvPr/>
        </p:nvGrpSpPr>
        <p:grpSpPr>
          <a:xfrm flipH="1">
            <a:off x="6669728" y="2422235"/>
            <a:ext cx="1552334" cy="2180324"/>
            <a:chOff x="568488" y="2422235"/>
            <a:chExt cx="1552334" cy="2180324"/>
          </a:xfrm>
        </p:grpSpPr>
        <p:sp>
          <p:nvSpPr>
            <p:cNvPr id="1010" name="Google Shape;1010;p49"/>
            <p:cNvSpPr/>
            <p:nvPr/>
          </p:nvSpPr>
          <p:spPr>
            <a:xfrm>
              <a:off x="686029" y="2422235"/>
              <a:ext cx="973600" cy="1048104"/>
            </a:xfrm>
            <a:custGeom>
              <a:avLst/>
              <a:gdLst/>
              <a:ahLst/>
              <a:cxnLst/>
              <a:rect l="l" t="t" r="r" b="b"/>
              <a:pathLst>
                <a:path w="5972" h="6429" extrusionOk="0">
                  <a:moveTo>
                    <a:pt x="586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6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5" y="5887"/>
                  </a:lnTo>
                  <a:cubicBezTo>
                    <a:pt x="1426" y="6198"/>
                    <a:pt x="1684" y="6429"/>
                    <a:pt x="1992" y="6429"/>
                  </a:cubicBezTo>
                  <a:lnTo>
                    <a:pt x="5333" y="6429"/>
                  </a:lnTo>
                  <a:cubicBezTo>
                    <a:pt x="5335" y="6429"/>
                    <a:pt x="5336" y="6429"/>
                    <a:pt x="5338" y="6429"/>
                  </a:cubicBezTo>
                  <a:cubicBezTo>
                    <a:pt x="5696" y="6429"/>
                    <a:pt x="5971" y="6119"/>
                    <a:pt x="5936" y="5765"/>
                  </a:cubicBezTo>
                  <a:lnTo>
                    <a:pt x="5732" y="3751"/>
                  </a:lnTo>
                  <a:cubicBezTo>
                    <a:pt x="5677" y="3206"/>
                    <a:pt x="5539" y="2675"/>
                    <a:pt x="5325" y="2172"/>
                  </a:cubicBezTo>
                  <a:lnTo>
                    <a:pt x="4524" y="298"/>
                  </a:lnTo>
                  <a:cubicBezTo>
                    <a:pt x="4450" y="119"/>
                    <a:pt x="4271" y="1"/>
                    <a:pt x="4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568487" y="2422235"/>
              <a:ext cx="973111" cy="1048104"/>
            </a:xfrm>
            <a:custGeom>
              <a:avLst/>
              <a:gdLst/>
              <a:ahLst/>
              <a:cxnLst/>
              <a:rect l="l" t="t" r="r" b="b"/>
              <a:pathLst>
                <a:path w="5969" h="6429" extrusionOk="0">
                  <a:moveTo>
                    <a:pt x="584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3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3" y="5887"/>
                  </a:lnTo>
                  <a:cubicBezTo>
                    <a:pt x="1423" y="6198"/>
                    <a:pt x="1682" y="6429"/>
                    <a:pt x="1993" y="6429"/>
                  </a:cubicBezTo>
                  <a:lnTo>
                    <a:pt x="5330" y="6429"/>
                  </a:lnTo>
                  <a:cubicBezTo>
                    <a:pt x="5332" y="6429"/>
                    <a:pt x="5333" y="6429"/>
                    <a:pt x="5335" y="6429"/>
                  </a:cubicBezTo>
                  <a:cubicBezTo>
                    <a:pt x="5691" y="6429"/>
                    <a:pt x="5969" y="6119"/>
                    <a:pt x="5933" y="5765"/>
                  </a:cubicBezTo>
                  <a:lnTo>
                    <a:pt x="5729" y="3751"/>
                  </a:lnTo>
                  <a:cubicBezTo>
                    <a:pt x="5674" y="3206"/>
                    <a:pt x="5537" y="2675"/>
                    <a:pt x="5325" y="2172"/>
                  </a:cubicBezTo>
                  <a:lnTo>
                    <a:pt x="4524" y="298"/>
                  </a:lnTo>
                  <a:cubicBezTo>
                    <a:pt x="4447" y="119"/>
                    <a:pt x="4268" y="1"/>
                    <a:pt x="40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808950" y="3470662"/>
              <a:ext cx="1257594" cy="187645"/>
            </a:xfrm>
            <a:custGeom>
              <a:avLst/>
              <a:gdLst/>
              <a:ahLst/>
              <a:cxnLst/>
              <a:rect l="l" t="t" r="r" b="b"/>
              <a:pathLst>
                <a:path w="7714" h="1151" extrusionOk="0">
                  <a:moveTo>
                    <a:pt x="259" y="0"/>
                  </a:moveTo>
                  <a:cubicBezTo>
                    <a:pt x="116" y="0"/>
                    <a:pt x="0" y="113"/>
                    <a:pt x="0" y="256"/>
                  </a:cubicBezTo>
                  <a:lnTo>
                    <a:pt x="0" y="471"/>
                  </a:lnTo>
                  <a:cubicBezTo>
                    <a:pt x="0" y="845"/>
                    <a:pt x="306" y="1151"/>
                    <a:pt x="683" y="1151"/>
                  </a:cubicBezTo>
                  <a:lnTo>
                    <a:pt x="7031" y="1151"/>
                  </a:lnTo>
                  <a:cubicBezTo>
                    <a:pt x="7405" y="1151"/>
                    <a:pt x="7713" y="845"/>
                    <a:pt x="7713" y="471"/>
                  </a:cubicBezTo>
                  <a:lnTo>
                    <a:pt x="7713" y="256"/>
                  </a:lnTo>
                  <a:cubicBezTo>
                    <a:pt x="7713" y="113"/>
                    <a:pt x="7598" y="0"/>
                    <a:pt x="7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1767050" y="3163845"/>
              <a:ext cx="211936" cy="507016"/>
            </a:xfrm>
            <a:custGeom>
              <a:avLst/>
              <a:gdLst/>
              <a:ahLst/>
              <a:cxnLst/>
              <a:rect l="l" t="t" r="r" b="b"/>
              <a:pathLst>
                <a:path w="1300" h="3110" extrusionOk="0">
                  <a:moveTo>
                    <a:pt x="942" y="0"/>
                  </a:moveTo>
                  <a:lnTo>
                    <a:pt x="1" y="3110"/>
                  </a:lnTo>
                  <a:lnTo>
                    <a:pt x="359" y="311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1580060" y="3089831"/>
              <a:ext cx="540762" cy="74178"/>
            </a:xfrm>
            <a:custGeom>
              <a:avLst/>
              <a:gdLst/>
              <a:ahLst/>
              <a:cxnLst/>
              <a:rect l="l" t="t" r="r" b="b"/>
              <a:pathLst>
                <a:path w="3317" h="455" extrusionOk="0">
                  <a:moveTo>
                    <a:pt x="226" y="0"/>
                  </a:moveTo>
                  <a:cubicBezTo>
                    <a:pt x="102" y="0"/>
                    <a:pt x="0" y="102"/>
                    <a:pt x="0" y="226"/>
                  </a:cubicBezTo>
                  <a:cubicBezTo>
                    <a:pt x="0" y="350"/>
                    <a:pt x="102" y="454"/>
                    <a:pt x="226" y="454"/>
                  </a:cubicBezTo>
                  <a:lnTo>
                    <a:pt x="3316" y="454"/>
                  </a:lnTo>
                  <a:cubicBezTo>
                    <a:pt x="3316" y="204"/>
                    <a:pt x="3113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1031479" y="3658143"/>
              <a:ext cx="826875" cy="60320"/>
            </a:xfrm>
            <a:custGeom>
              <a:avLst/>
              <a:gdLst/>
              <a:ahLst/>
              <a:cxnLst/>
              <a:rect l="l" t="t" r="r" b="b"/>
              <a:pathLst>
                <a:path w="5072" h="370" extrusionOk="0">
                  <a:moveTo>
                    <a:pt x="0" y="1"/>
                  </a:moveTo>
                  <a:cubicBezTo>
                    <a:pt x="0" y="204"/>
                    <a:pt x="165" y="369"/>
                    <a:pt x="369" y="369"/>
                  </a:cubicBezTo>
                  <a:lnTo>
                    <a:pt x="4703" y="369"/>
                  </a:lnTo>
                  <a:cubicBezTo>
                    <a:pt x="4906" y="369"/>
                    <a:pt x="5071" y="204"/>
                    <a:pt x="5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1375952" y="3718300"/>
              <a:ext cx="137921" cy="692704"/>
            </a:xfrm>
            <a:custGeom>
              <a:avLst/>
              <a:gdLst/>
              <a:ahLst/>
              <a:cxnLst/>
              <a:rect l="l" t="t" r="r" b="b"/>
              <a:pathLst>
                <a:path w="846" h="4249" extrusionOk="0">
                  <a:moveTo>
                    <a:pt x="0" y="0"/>
                  </a:moveTo>
                  <a:lnTo>
                    <a:pt x="0" y="4249"/>
                  </a:lnTo>
                  <a:lnTo>
                    <a:pt x="845" y="4249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1060498" y="4332912"/>
              <a:ext cx="766881" cy="96512"/>
            </a:xfrm>
            <a:custGeom>
              <a:avLst/>
              <a:gdLst/>
              <a:ahLst/>
              <a:cxnLst/>
              <a:rect l="l" t="t" r="r" b="b"/>
              <a:pathLst>
                <a:path w="4704" h="592" extrusionOk="0">
                  <a:moveTo>
                    <a:pt x="593" y="0"/>
                  </a:moveTo>
                  <a:cubicBezTo>
                    <a:pt x="268" y="0"/>
                    <a:pt x="1" y="264"/>
                    <a:pt x="1" y="592"/>
                  </a:cubicBezTo>
                  <a:lnTo>
                    <a:pt x="4704" y="592"/>
                  </a:lnTo>
                  <a:cubicBezTo>
                    <a:pt x="4704" y="264"/>
                    <a:pt x="4439" y="0"/>
                    <a:pt x="4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988278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1782374" y="4429261"/>
              <a:ext cx="119010" cy="173298"/>
            </a:xfrm>
            <a:custGeom>
              <a:avLst/>
              <a:gdLst/>
              <a:ahLst/>
              <a:cxnLst/>
              <a:rect l="l" t="t" r="r" b="b"/>
              <a:pathLst>
                <a:path w="730" h="1063" extrusionOk="0">
                  <a:moveTo>
                    <a:pt x="0" y="1"/>
                  </a:moveTo>
                  <a:lnTo>
                    <a:pt x="0" y="700"/>
                  </a:lnTo>
                  <a:cubicBezTo>
                    <a:pt x="0" y="898"/>
                    <a:pt x="163" y="1063"/>
                    <a:pt x="366" y="1063"/>
                  </a:cubicBezTo>
                  <a:cubicBezTo>
                    <a:pt x="565" y="1063"/>
                    <a:pt x="730" y="903"/>
                    <a:pt x="730" y="700"/>
                  </a:cubicBezTo>
                  <a:cubicBezTo>
                    <a:pt x="730" y="499"/>
                    <a:pt x="567" y="334"/>
                    <a:pt x="366" y="334"/>
                  </a:cubicBezTo>
                  <a:cubicBezTo>
                    <a:pt x="342" y="334"/>
                    <a:pt x="314" y="334"/>
                    <a:pt x="289" y="34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1340412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49"/>
          <p:cNvGrpSpPr/>
          <p:nvPr/>
        </p:nvGrpSpPr>
        <p:grpSpPr>
          <a:xfrm flipH="1">
            <a:off x="4443616" y="3699495"/>
            <a:ext cx="677202" cy="909152"/>
            <a:chOff x="4504350" y="3581675"/>
            <a:chExt cx="764854" cy="1026827"/>
          </a:xfrm>
        </p:grpSpPr>
        <p:sp>
          <p:nvSpPr>
            <p:cNvPr id="1022" name="Google Shape;1022;p49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49"/>
          <p:cNvSpPr txBox="1">
            <a:spLocks noGrp="1"/>
          </p:cNvSpPr>
          <p:nvPr>
            <p:ph type="title" idx="2"/>
          </p:nvPr>
        </p:nvSpPr>
        <p:spPr>
          <a:xfrm flipH="1">
            <a:off x="673532" y="671228"/>
            <a:ext cx="1186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025" name="Google Shape;1025;p49"/>
          <p:cNvGrpSpPr/>
          <p:nvPr/>
        </p:nvGrpSpPr>
        <p:grpSpPr>
          <a:xfrm>
            <a:off x="4443626" y="1364251"/>
            <a:ext cx="677178" cy="509980"/>
            <a:chOff x="3310500" y="2299375"/>
            <a:chExt cx="276625" cy="208325"/>
          </a:xfrm>
        </p:grpSpPr>
        <p:sp>
          <p:nvSpPr>
            <p:cNvPr id="1026" name="Google Shape;1026;p49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9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1041;p49"/>
          <p:cNvGrpSpPr/>
          <p:nvPr/>
        </p:nvGrpSpPr>
        <p:grpSpPr>
          <a:xfrm>
            <a:off x="6520772" y="0"/>
            <a:ext cx="1053602" cy="1107994"/>
            <a:chOff x="7539975" y="0"/>
            <a:chExt cx="1204804" cy="1267003"/>
          </a:xfrm>
        </p:grpSpPr>
        <p:sp>
          <p:nvSpPr>
            <p:cNvPr id="1042" name="Google Shape;1042;p49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9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9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23935" y="3044041"/>
            <a:ext cx="292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Ibrar Ahmad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25435" y="561068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 Statement</a:t>
            </a:r>
          </a:p>
        </p:txBody>
      </p:sp>
      <p:sp>
        <p:nvSpPr>
          <p:cNvPr id="1102" name="Google Shape;1102;p50"/>
          <p:cNvSpPr txBox="1">
            <a:spLocks noGrp="1"/>
          </p:cNvSpPr>
          <p:nvPr>
            <p:ph type="subTitle" idx="1"/>
          </p:nvPr>
        </p:nvSpPr>
        <p:spPr>
          <a:xfrm>
            <a:off x="1893752" y="1404762"/>
            <a:ext cx="5250444" cy="2468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Modern employees face challenges balancing long working hours, sleep, stress, and remote work.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These factors directly affect job satisfaction, mental health, and overall productivity.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Companies struggle to measure and optimize work-life balance while maintaining performance.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goal is to analyze how working hours, job satisfaction, and remote work impact productivity and well-being.</a:t>
            </a:r>
            <a:endParaRPr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094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49"/>
          <p:cNvGrpSpPr/>
          <p:nvPr/>
        </p:nvGrpSpPr>
        <p:grpSpPr>
          <a:xfrm flipH="1">
            <a:off x="5588610" y="3147226"/>
            <a:ext cx="271844" cy="269041"/>
            <a:chOff x="12438923" y="3256856"/>
            <a:chExt cx="312969" cy="309741"/>
          </a:xfrm>
        </p:grpSpPr>
        <p:sp>
          <p:nvSpPr>
            <p:cNvPr id="975" name="Google Shape;975;p49"/>
            <p:cNvSpPr/>
            <p:nvPr/>
          </p:nvSpPr>
          <p:spPr>
            <a:xfrm>
              <a:off x="12438923" y="3256856"/>
              <a:ext cx="253131" cy="309741"/>
            </a:xfrm>
            <a:custGeom>
              <a:avLst/>
              <a:gdLst/>
              <a:ahLst/>
              <a:cxnLst/>
              <a:rect l="l" t="t" r="r" b="b"/>
              <a:pathLst>
                <a:path w="1726" h="2112" extrusionOk="0">
                  <a:moveTo>
                    <a:pt x="37" y="0"/>
                  </a:moveTo>
                  <a:cubicBezTo>
                    <a:pt x="19" y="0"/>
                    <a:pt x="1" y="14"/>
                    <a:pt x="1" y="36"/>
                  </a:cubicBezTo>
                  <a:lnTo>
                    <a:pt x="1" y="2111"/>
                  </a:lnTo>
                  <a:lnTo>
                    <a:pt x="1726" y="2111"/>
                  </a:lnTo>
                  <a:lnTo>
                    <a:pt x="1726" y="36"/>
                  </a:lnTo>
                  <a:cubicBezTo>
                    <a:pt x="1726" y="18"/>
                    <a:pt x="1711" y="0"/>
                    <a:pt x="169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12666097" y="3338251"/>
              <a:ext cx="85795" cy="140498"/>
            </a:xfrm>
            <a:custGeom>
              <a:avLst/>
              <a:gdLst/>
              <a:ahLst/>
              <a:cxnLst/>
              <a:rect l="l" t="t" r="r" b="b"/>
              <a:pathLst>
                <a:path w="585" h="958" fill="none" extrusionOk="0">
                  <a:moveTo>
                    <a:pt x="130" y="1"/>
                  </a:moveTo>
                  <a:lnTo>
                    <a:pt x="437" y="1"/>
                  </a:lnTo>
                  <a:cubicBezTo>
                    <a:pt x="520" y="1"/>
                    <a:pt x="585" y="69"/>
                    <a:pt x="585" y="149"/>
                  </a:cubicBezTo>
                  <a:lnTo>
                    <a:pt x="585" y="806"/>
                  </a:lnTo>
                  <a:cubicBezTo>
                    <a:pt x="585" y="889"/>
                    <a:pt x="520" y="957"/>
                    <a:pt x="437" y="957"/>
                  </a:cubicBezTo>
                  <a:lnTo>
                    <a:pt x="0" y="957"/>
                  </a:lnTo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49"/>
          <p:cNvGrpSpPr/>
          <p:nvPr/>
        </p:nvGrpSpPr>
        <p:grpSpPr>
          <a:xfrm flipH="1">
            <a:off x="5800463" y="2422266"/>
            <a:ext cx="1186225" cy="991200"/>
            <a:chOff x="11142316" y="2422225"/>
            <a:chExt cx="1365675" cy="1141146"/>
          </a:xfrm>
        </p:grpSpPr>
        <p:sp>
          <p:nvSpPr>
            <p:cNvPr id="978" name="Google Shape;978;p49"/>
            <p:cNvSpPr/>
            <p:nvPr/>
          </p:nvSpPr>
          <p:spPr>
            <a:xfrm>
              <a:off x="11638168" y="2722287"/>
              <a:ext cx="321913" cy="831548"/>
            </a:xfrm>
            <a:custGeom>
              <a:avLst/>
              <a:gdLst/>
              <a:ahLst/>
              <a:cxnLst/>
              <a:rect l="l" t="t" r="r" b="b"/>
              <a:pathLst>
                <a:path w="2195" h="5670" extrusionOk="0">
                  <a:moveTo>
                    <a:pt x="2018" y="0"/>
                  </a:moveTo>
                  <a:lnTo>
                    <a:pt x="1148" y="267"/>
                  </a:lnTo>
                  <a:lnTo>
                    <a:pt x="1" y="5399"/>
                  </a:lnTo>
                  <a:lnTo>
                    <a:pt x="178" y="5670"/>
                  </a:lnTo>
                  <a:lnTo>
                    <a:pt x="1224" y="5670"/>
                  </a:lnTo>
                  <a:lnTo>
                    <a:pt x="2195" y="267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11638168" y="2722287"/>
              <a:ext cx="296101" cy="791804"/>
            </a:xfrm>
            <a:custGeom>
              <a:avLst/>
              <a:gdLst/>
              <a:ahLst/>
              <a:cxnLst/>
              <a:rect l="l" t="t" r="r" b="b"/>
              <a:pathLst>
                <a:path w="2019" h="5399" extrusionOk="0">
                  <a:moveTo>
                    <a:pt x="972" y="0"/>
                  </a:moveTo>
                  <a:lnTo>
                    <a:pt x="1" y="5399"/>
                  </a:lnTo>
                  <a:lnTo>
                    <a:pt x="1044" y="5399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rgbClr val="353535">
                <a:alpha val="3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11142316" y="2422225"/>
              <a:ext cx="1365675" cy="831548"/>
            </a:xfrm>
            <a:custGeom>
              <a:avLst/>
              <a:gdLst/>
              <a:ahLst/>
              <a:cxnLst/>
              <a:rect l="l" t="t" r="r" b="b"/>
              <a:pathLst>
                <a:path w="9312" h="5670" extrusionOk="0">
                  <a:moveTo>
                    <a:pt x="9134" y="0"/>
                  </a:moveTo>
                  <a:lnTo>
                    <a:pt x="1152" y="263"/>
                  </a:lnTo>
                  <a:lnTo>
                    <a:pt x="0" y="5402"/>
                  </a:lnTo>
                  <a:lnTo>
                    <a:pt x="181" y="5669"/>
                  </a:lnTo>
                  <a:lnTo>
                    <a:pt x="8340" y="5669"/>
                  </a:lnTo>
                  <a:lnTo>
                    <a:pt x="9311" y="263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11142316" y="2422225"/>
              <a:ext cx="1339716" cy="792390"/>
            </a:xfrm>
            <a:custGeom>
              <a:avLst/>
              <a:gdLst/>
              <a:ahLst/>
              <a:cxnLst/>
              <a:rect l="l" t="t" r="r" b="b"/>
              <a:pathLst>
                <a:path w="9135" h="5403" extrusionOk="0">
                  <a:moveTo>
                    <a:pt x="971" y="0"/>
                  </a:moveTo>
                  <a:lnTo>
                    <a:pt x="0" y="5402"/>
                  </a:lnTo>
                  <a:lnTo>
                    <a:pt x="8163" y="5402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11197313" y="2454490"/>
              <a:ext cx="1230163" cy="727861"/>
            </a:xfrm>
            <a:custGeom>
              <a:avLst/>
              <a:gdLst/>
              <a:ahLst/>
              <a:cxnLst/>
              <a:rect l="l" t="t" r="r" b="b"/>
              <a:pathLst>
                <a:path w="8388" h="4963" extrusionOk="0">
                  <a:moveTo>
                    <a:pt x="892" y="0"/>
                  </a:moveTo>
                  <a:lnTo>
                    <a:pt x="1" y="4962"/>
                  </a:lnTo>
                  <a:lnTo>
                    <a:pt x="7493" y="4962"/>
                  </a:lnTo>
                  <a:lnTo>
                    <a:pt x="83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11409088" y="3513948"/>
              <a:ext cx="637373" cy="49424"/>
            </a:xfrm>
            <a:custGeom>
              <a:avLst/>
              <a:gdLst/>
              <a:ahLst/>
              <a:cxnLst/>
              <a:rect l="l" t="t" r="r" b="b"/>
              <a:pathLst>
                <a:path w="4346" h="337" extrusionOk="0">
                  <a:moveTo>
                    <a:pt x="0" y="1"/>
                  </a:moveTo>
                  <a:lnTo>
                    <a:pt x="0" y="337"/>
                  </a:lnTo>
                  <a:lnTo>
                    <a:pt x="4345" y="337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49"/>
          <p:cNvGrpSpPr/>
          <p:nvPr/>
        </p:nvGrpSpPr>
        <p:grpSpPr>
          <a:xfrm flipH="1">
            <a:off x="6733108" y="3386714"/>
            <a:ext cx="628908" cy="29554"/>
            <a:chOff x="10885664" y="3532573"/>
            <a:chExt cx="724048" cy="34025"/>
          </a:xfrm>
        </p:grpSpPr>
        <p:sp>
          <p:nvSpPr>
            <p:cNvPr id="985" name="Google Shape;985;p49"/>
            <p:cNvSpPr/>
            <p:nvPr/>
          </p:nvSpPr>
          <p:spPr>
            <a:xfrm>
              <a:off x="10885664" y="3542546"/>
              <a:ext cx="724048" cy="24052"/>
            </a:xfrm>
            <a:custGeom>
              <a:avLst/>
              <a:gdLst/>
              <a:ahLst/>
              <a:cxnLst/>
              <a:rect l="l" t="t" r="r" b="b"/>
              <a:pathLst>
                <a:path w="4937" h="164" extrusionOk="0">
                  <a:moveTo>
                    <a:pt x="0" y="1"/>
                  </a:moveTo>
                  <a:lnTo>
                    <a:pt x="0" y="163"/>
                  </a:lnTo>
                  <a:lnTo>
                    <a:pt x="4937" y="163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109232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109745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1102528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1107661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11127944" y="3532573"/>
              <a:ext cx="36664" cy="20679"/>
            </a:xfrm>
            <a:custGeom>
              <a:avLst/>
              <a:gdLst/>
              <a:ahLst/>
              <a:cxnLst/>
              <a:rect l="l" t="t" r="r" b="b"/>
              <a:pathLst>
                <a:path w="250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0" y="14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111788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11230165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112809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113322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11383716" y="3532573"/>
              <a:ext cx="37104" cy="20679"/>
            </a:xfrm>
            <a:custGeom>
              <a:avLst/>
              <a:gdLst/>
              <a:ahLst/>
              <a:cxnLst/>
              <a:rect l="l" t="t" r="r" b="b"/>
              <a:pathLst>
                <a:path w="253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1143446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1148579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115365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49"/>
          <p:cNvGrpSpPr/>
          <p:nvPr/>
        </p:nvGrpSpPr>
        <p:grpSpPr>
          <a:xfrm flipH="1">
            <a:off x="5422116" y="3416141"/>
            <a:ext cx="2622780" cy="1125462"/>
            <a:chOff x="9924025" y="3566451"/>
            <a:chExt cx="3019548" cy="1295719"/>
          </a:xfrm>
        </p:grpSpPr>
        <p:sp>
          <p:nvSpPr>
            <p:cNvPr id="1000" name="Google Shape;1000;p49"/>
            <p:cNvSpPr/>
            <p:nvPr/>
          </p:nvSpPr>
          <p:spPr>
            <a:xfrm>
              <a:off x="9924025" y="3622035"/>
              <a:ext cx="290089" cy="1240136"/>
            </a:xfrm>
            <a:custGeom>
              <a:avLst/>
              <a:gdLst/>
              <a:ahLst/>
              <a:cxnLst/>
              <a:rect l="l" t="t" r="r" b="b"/>
              <a:pathLst>
                <a:path w="1978" h="8456" extrusionOk="0">
                  <a:moveTo>
                    <a:pt x="1591" y="0"/>
                  </a:moveTo>
                  <a:lnTo>
                    <a:pt x="0" y="8455"/>
                  </a:lnTo>
                  <a:lnTo>
                    <a:pt x="386" y="8455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10235087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" y="0"/>
                  </a:moveTo>
                  <a:lnTo>
                    <a:pt x="1600" y="8455"/>
                  </a:lnTo>
                  <a:lnTo>
                    <a:pt x="1986" y="8455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058951" y="4301061"/>
              <a:ext cx="342592" cy="48250"/>
            </a:xfrm>
            <a:custGeom>
              <a:avLst/>
              <a:gdLst/>
              <a:ahLst/>
              <a:cxnLst/>
              <a:rect l="l" t="t" r="r" b="b"/>
              <a:pathLst>
                <a:path w="2336" h="329" extrusionOk="0">
                  <a:moveTo>
                    <a:pt x="0" y="0"/>
                  </a:moveTo>
                  <a:lnTo>
                    <a:pt x="0" y="329"/>
                  </a:lnTo>
                  <a:lnTo>
                    <a:pt x="2335" y="329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2340516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596" y="0"/>
                  </a:moveTo>
                  <a:lnTo>
                    <a:pt x="1" y="8455"/>
                  </a:lnTo>
                  <a:lnTo>
                    <a:pt x="387" y="8455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2652751" y="3622035"/>
              <a:ext cx="290822" cy="1240136"/>
            </a:xfrm>
            <a:custGeom>
              <a:avLst/>
              <a:gdLst/>
              <a:ahLst/>
              <a:cxnLst/>
              <a:rect l="l" t="t" r="r" b="b"/>
              <a:pathLst>
                <a:path w="1983" h="8456" extrusionOk="0">
                  <a:moveTo>
                    <a:pt x="1" y="0"/>
                  </a:moveTo>
                  <a:lnTo>
                    <a:pt x="1592" y="8455"/>
                  </a:lnTo>
                  <a:lnTo>
                    <a:pt x="1982" y="845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032406" y="3566451"/>
              <a:ext cx="2795732" cy="61449"/>
            </a:xfrm>
            <a:custGeom>
              <a:avLst/>
              <a:gdLst/>
              <a:ahLst/>
              <a:cxnLst/>
              <a:rect l="l" t="t" r="r" b="b"/>
              <a:pathLst>
                <a:path w="19063" h="419" extrusionOk="0">
                  <a:moveTo>
                    <a:pt x="1" y="0"/>
                  </a:moveTo>
                  <a:lnTo>
                    <a:pt x="1" y="419"/>
                  </a:lnTo>
                  <a:lnTo>
                    <a:pt x="19062" y="419"/>
                  </a:lnTo>
                  <a:lnTo>
                    <a:pt x="19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2476028" y="4301061"/>
              <a:ext cx="343179" cy="48250"/>
            </a:xfrm>
            <a:custGeom>
              <a:avLst/>
              <a:gdLst/>
              <a:ahLst/>
              <a:cxnLst/>
              <a:rect l="l" t="t" r="r" b="b"/>
              <a:pathLst>
                <a:path w="2340" h="329" extrusionOk="0">
                  <a:moveTo>
                    <a:pt x="1" y="0"/>
                  </a:moveTo>
                  <a:lnTo>
                    <a:pt x="1" y="329"/>
                  </a:lnTo>
                  <a:lnTo>
                    <a:pt x="2339" y="329"/>
                  </a:lnTo>
                  <a:lnTo>
                    <a:pt x="2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8" name="Google Shape;1008;p49"/>
          <p:cNvSpPr txBox="1">
            <a:spLocks noGrp="1"/>
          </p:cNvSpPr>
          <p:nvPr>
            <p:ph type="title"/>
          </p:nvPr>
        </p:nvSpPr>
        <p:spPr>
          <a:xfrm flipH="1">
            <a:off x="673532" y="2092326"/>
            <a:ext cx="2786558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Datasets Overview</a:t>
            </a:r>
          </a:p>
        </p:txBody>
      </p:sp>
      <p:grpSp>
        <p:nvGrpSpPr>
          <p:cNvPr id="1009" name="Google Shape;1009;p49"/>
          <p:cNvGrpSpPr/>
          <p:nvPr/>
        </p:nvGrpSpPr>
        <p:grpSpPr>
          <a:xfrm flipH="1">
            <a:off x="6669728" y="2422235"/>
            <a:ext cx="1552334" cy="2180324"/>
            <a:chOff x="568488" y="2422235"/>
            <a:chExt cx="1552334" cy="2180324"/>
          </a:xfrm>
        </p:grpSpPr>
        <p:sp>
          <p:nvSpPr>
            <p:cNvPr id="1010" name="Google Shape;1010;p49"/>
            <p:cNvSpPr/>
            <p:nvPr/>
          </p:nvSpPr>
          <p:spPr>
            <a:xfrm>
              <a:off x="686029" y="2422235"/>
              <a:ext cx="973600" cy="1048104"/>
            </a:xfrm>
            <a:custGeom>
              <a:avLst/>
              <a:gdLst/>
              <a:ahLst/>
              <a:cxnLst/>
              <a:rect l="l" t="t" r="r" b="b"/>
              <a:pathLst>
                <a:path w="5972" h="6429" extrusionOk="0">
                  <a:moveTo>
                    <a:pt x="586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6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5" y="5887"/>
                  </a:lnTo>
                  <a:cubicBezTo>
                    <a:pt x="1426" y="6198"/>
                    <a:pt x="1684" y="6429"/>
                    <a:pt x="1992" y="6429"/>
                  </a:cubicBezTo>
                  <a:lnTo>
                    <a:pt x="5333" y="6429"/>
                  </a:lnTo>
                  <a:cubicBezTo>
                    <a:pt x="5335" y="6429"/>
                    <a:pt x="5336" y="6429"/>
                    <a:pt x="5338" y="6429"/>
                  </a:cubicBezTo>
                  <a:cubicBezTo>
                    <a:pt x="5696" y="6429"/>
                    <a:pt x="5971" y="6119"/>
                    <a:pt x="5936" y="5765"/>
                  </a:cubicBezTo>
                  <a:lnTo>
                    <a:pt x="5732" y="3751"/>
                  </a:lnTo>
                  <a:cubicBezTo>
                    <a:pt x="5677" y="3206"/>
                    <a:pt x="5539" y="2675"/>
                    <a:pt x="5325" y="2172"/>
                  </a:cubicBezTo>
                  <a:lnTo>
                    <a:pt x="4524" y="298"/>
                  </a:lnTo>
                  <a:cubicBezTo>
                    <a:pt x="4450" y="119"/>
                    <a:pt x="4271" y="1"/>
                    <a:pt x="4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568487" y="2422235"/>
              <a:ext cx="973111" cy="1048104"/>
            </a:xfrm>
            <a:custGeom>
              <a:avLst/>
              <a:gdLst/>
              <a:ahLst/>
              <a:cxnLst/>
              <a:rect l="l" t="t" r="r" b="b"/>
              <a:pathLst>
                <a:path w="5969" h="6429" extrusionOk="0">
                  <a:moveTo>
                    <a:pt x="584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3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3" y="5887"/>
                  </a:lnTo>
                  <a:cubicBezTo>
                    <a:pt x="1423" y="6198"/>
                    <a:pt x="1682" y="6429"/>
                    <a:pt x="1993" y="6429"/>
                  </a:cubicBezTo>
                  <a:lnTo>
                    <a:pt x="5330" y="6429"/>
                  </a:lnTo>
                  <a:cubicBezTo>
                    <a:pt x="5332" y="6429"/>
                    <a:pt x="5333" y="6429"/>
                    <a:pt x="5335" y="6429"/>
                  </a:cubicBezTo>
                  <a:cubicBezTo>
                    <a:pt x="5691" y="6429"/>
                    <a:pt x="5969" y="6119"/>
                    <a:pt x="5933" y="5765"/>
                  </a:cubicBezTo>
                  <a:lnTo>
                    <a:pt x="5729" y="3751"/>
                  </a:lnTo>
                  <a:cubicBezTo>
                    <a:pt x="5674" y="3206"/>
                    <a:pt x="5537" y="2675"/>
                    <a:pt x="5325" y="2172"/>
                  </a:cubicBezTo>
                  <a:lnTo>
                    <a:pt x="4524" y="298"/>
                  </a:lnTo>
                  <a:cubicBezTo>
                    <a:pt x="4447" y="119"/>
                    <a:pt x="4268" y="1"/>
                    <a:pt x="40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808950" y="3470662"/>
              <a:ext cx="1257594" cy="187645"/>
            </a:xfrm>
            <a:custGeom>
              <a:avLst/>
              <a:gdLst/>
              <a:ahLst/>
              <a:cxnLst/>
              <a:rect l="l" t="t" r="r" b="b"/>
              <a:pathLst>
                <a:path w="7714" h="1151" extrusionOk="0">
                  <a:moveTo>
                    <a:pt x="259" y="0"/>
                  </a:moveTo>
                  <a:cubicBezTo>
                    <a:pt x="116" y="0"/>
                    <a:pt x="0" y="113"/>
                    <a:pt x="0" y="256"/>
                  </a:cubicBezTo>
                  <a:lnTo>
                    <a:pt x="0" y="471"/>
                  </a:lnTo>
                  <a:cubicBezTo>
                    <a:pt x="0" y="845"/>
                    <a:pt x="306" y="1151"/>
                    <a:pt x="683" y="1151"/>
                  </a:cubicBezTo>
                  <a:lnTo>
                    <a:pt x="7031" y="1151"/>
                  </a:lnTo>
                  <a:cubicBezTo>
                    <a:pt x="7405" y="1151"/>
                    <a:pt x="7713" y="845"/>
                    <a:pt x="7713" y="471"/>
                  </a:cubicBezTo>
                  <a:lnTo>
                    <a:pt x="7713" y="256"/>
                  </a:lnTo>
                  <a:cubicBezTo>
                    <a:pt x="7713" y="113"/>
                    <a:pt x="7598" y="0"/>
                    <a:pt x="7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1767050" y="3163845"/>
              <a:ext cx="211936" cy="507016"/>
            </a:xfrm>
            <a:custGeom>
              <a:avLst/>
              <a:gdLst/>
              <a:ahLst/>
              <a:cxnLst/>
              <a:rect l="l" t="t" r="r" b="b"/>
              <a:pathLst>
                <a:path w="1300" h="3110" extrusionOk="0">
                  <a:moveTo>
                    <a:pt x="942" y="0"/>
                  </a:moveTo>
                  <a:lnTo>
                    <a:pt x="1" y="3110"/>
                  </a:lnTo>
                  <a:lnTo>
                    <a:pt x="359" y="311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1580060" y="3089831"/>
              <a:ext cx="540762" cy="74178"/>
            </a:xfrm>
            <a:custGeom>
              <a:avLst/>
              <a:gdLst/>
              <a:ahLst/>
              <a:cxnLst/>
              <a:rect l="l" t="t" r="r" b="b"/>
              <a:pathLst>
                <a:path w="3317" h="455" extrusionOk="0">
                  <a:moveTo>
                    <a:pt x="226" y="0"/>
                  </a:moveTo>
                  <a:cubicBezTo>
                    <a:pt x="102" y="0"/>
                    <a:pt x="0" y="102"/>
                    <a:pt x="0" y="226"/>
                  </a:cubicBezTo>
                  <a:cubicBezTo>
                    <a:pt x="0" y="350"/>
                    <a:pt x="102" y="454"/>
                    <a:pt x="226" y="454"/>
                  </a:cubicBezTo>
                  <a:lnTo>
                    <a:pt x="3316" y="454"/>
                  </a:lnTo>
                  <a:cubicBezTo>
                    <a:pt x="3316" y="204"/>
                    <a:pt x="3113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1031479" y="3658143"/>
              <a:ext cx="826875" cy="60320"/>
            </a:xfrm>
            <a:custGeom>
              <a:avLst/>
              <a:gdLst/>
              <a:ahLst/>
              <a:cxnLst/>
              <a:rect l="l" t="t" r="r" b="b"/>
              <a:pathLst>
                <a:path w="5072" h="370" extrusionOk="0">
                  <a:moveTo>
                    <a:pt x="0" y="1"/>
                  </a:moveTo>
                  <a:cubicBezTo>
                    <a:pt x="0" y="204"/>
                    <a:pt x="165" y="369"/>
                    <a:pt x="369" y="369"/>
                  </a:cubicBezTo>
                  <a:lnTo>
                    <a:pt x="4703" y="369"/>
                  </a:lnTo>
                  <a:cubicBezTo>
                    <a:pt x="4906" y="369"/>
                    <a:pt x="5071" y="204"/>
                    <a:pt x="5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1375952" y="3718300"/>
              <a:ext cx="137921" cy="692704"/>
            </a:xfrm>
            <a:custGeom>
              <a:avLst/>
              <a:gdLst/>
              <a:ahLst/>
              <a:cxnLst/>
              <a:rect l="l" t="t" r="r" b="b"/>
              <a:pathLst>
                <a:path w="846" h="4249" extrusionOk="0">
                  <a:moveTo>
                    <a:pt x="0" y="0"/>
                  </a:moveTo>
                  <a:lnTo>
                    <a:pt x="0" y="4249"/>
                  </a:lnTo>
                  <a:lnTo>
                    <a:pt x="845" y="4249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1060498" y="4332912"/>
              <a:ext cx="766881" cy="96512"/>
            </a:xfrm>
            <a:custGeom>
              <a:avLst/>
              <a:gdLst/>
              <a:ahLst/>
              <a:cxnLst/>
              <a:rect l="l" t="t" r="r" b="b"/>
              <a:pathLst>
                <a:path w="4704" h="592" extrusionOk="0">
                  <a:moveTo>
                    <a:pt x="593" y="0"/>
                  </a:moveTo>
                  <a:cubicBezTo>
                    <a:pt x="268" y="0"/>
                    <a:pt x="1" y="264"/>
                    <a:pt x="1" y="592"/>
                  </a:cubicBezTo>
                  <a:lnTo>
                    <a:pt x="4704" y="592"/>
                  </a:lnTo>
                  <a:cubicBezTo>
                    <a:pt x="4704" y="264"/>
                    <a:pt x="4439" y="0"/>
                    <a:pt x="4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988278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1782374" y="4429261"/>
              <a:ext cx="119010" cy="173298"/>
            </a:xfrm>
            <a:custGeom>
              <a:avLst/>
              <a:gdLst/>
              <a:ahLst/>
              <a:cxnLst/>
              <a:rect l="l" t="t" r="r" b="b"/>
              <a:pathLst>
                <a:path w="730" h="1063" extrusionOk="0">
                  <a:moveTo>
                    <a:pt x="0" y="1"/>
                  </a:moveTo>
                  <a:lnTo>
                    <a:pt x="0" y="700"/>
                  </a:lnTo>
                  <a:cubicBezTo>
                    <a:pt x="0" y="898"/>
                    <a:pt x="163" y="1063"/>
                    <a:pt x="366" y="1063"/>
                  </a:cubicBezTo>
                  <a:cubicBezTo>
                    <a:pt x="565" y="1063"/>
                    <a:pt x="730" y="903"/>
                    <a:pt x="730" y="700"/>
                  </a:cubicBezTo>
                  <a:cubicBezTo>
                    <a:pt x="730" y="499"/>
                    <a:pt x="567" y="334"/>
                    <a:pt x="366" y="334"/>
                  </a:cubicBezTo>
                  <a:cubicBezTo>
                    <a:pt x="342" y="334"/>
                    <a:pt x="314" y="334"/>
                    <a:pt x="289" y="34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1340412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49"/>
          <p:cNvGrpSpPr/>
          <p:nvPr/>
        </p:nvGrpSpPr>
        <p:grpSpPr>
          <a:xfrm flipH="1">
            <a:off x="4443616" y="3699495"/>
            <a:ext cx="677202" cy="909152"/>
            <a:chOff x="4504350" y="3581675"/>
            <a:chExt cx="764854" cy="1026827"/>
          </a:xfrm>
        </p:grpSpPr>
        <p:sp>
          <p:nvSpPr>
            <p:cNvPr id="1022" name="Google Shape;1022;p49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49"/>
          <p:cNvSpPr txBox="1">
            <a:spLocks noGrp="1"/>
          </p:cNvSpPr>
          <p:nvPr>
            <p:ph type="title" idx="2"/>
          </p:nvPr>
        </p:nvSpPr>
        <p:spPr>
          <a:xfrm flipH="1">
            <a:off x="673531" y="671228"/>
            <a:ext cx="127231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025" name="Google Shape;1025;p49"/>
          <p:cNvGrpSpPr/>
          <p:nvPr/>
        </p:nvGrpSpPr>
        <p:grpSpPr>
          <a:xfrm>
            <a:off x="4443626" y="1364251"/>
            <a:ext cx="677178" cy="509980"/>
            <a:chOff x="3310500" y="2299375"/>
            <a:chExt cx="276625" cy="208325"/>
          </a:xfrm>
        </p:grpSpPr>
        <p:sp>
          <p:nvSpPr>
            <p:cNvPr id="1026" name="Google Shape;1026;p49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9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1041;p49"/>
          <p:cNvGrpSpPr/>
          <p:nvPr/>
        </p:nvGrpSpPr>
        <p:grpSpPr>
          <a:xfrm>
            <a:off x="6520772" y="0"/>
            <a:ext cx="1053602" cy="1107994"/>
            <a:chOff x="7539975" y="0"/>
            <a:chExt cx="1204804" cy="1267003"/>
          </a:xfrm>
        </p:grpSpPr>
        <p:sp>
          <p:nvSpPr>
            <p:cNvPr id="1042" name="Google Shape;1042;p49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9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9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723935" y="3044041"/>
            <a:ext cx="292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Aqib Shehzad</a:t>
            </a:r>
          </a:p>
        </p:txBody>
      </p:sp>
    </p:spTree>
    <p:extLst>
      <p:ext uri="{BB962C8B-B14F-4D97-AF65-F5344CB8AC3E}">
        <p14:creationId xmlns:p14="http://schemas.microsoft.com/office/powerpoint/2010/main" val="370157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25435" y="561068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Datasets Overview</a:t>
            </a:r>
          </a:p>
        </p:txBody>
      </p:sp>
      <p:sp>
        <p:nvSpPr>
          <p:cNvPr id="1102" name="Google Shape;1102;p50"/>
          <p:cNvSpPr txBox="1">
            <a:spLocks noGrp="1"/>
          </p:cNvSpPr>
          <p:nvPr>
            <p:ph type="subTitle" idx="1"/>
          </p:nvPr>
        </p:nvSpPr>
        <p:spPr>
          <a:xfrm>
            <a:off x="1950108" y="1324001"/>
            <a:ext cx="5500093" cy="2574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 Human Resource Dataset (1471 Rows):</a:t>
            </a: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Attributes: </a:t>
            </a: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Age, MonthlyIncome, JobSatisfaction, WorkLifeBalance, OverTime.</a:t>
            </a:r>
          </a:p>
          <a:p>
            <a:pPr marL="0" lvl="0" indent="0" algn="l"/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 Impact of Remote Work on Mental Health Dataset (5000 Rows):   </a:t>
            </a: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Attributes: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Work_Location, Hours_Worked_Per_Week, Stress_Level, Sleep_Quality, Work_Life_Balance_Rating</a:t>
            </a:r>
          </a:p>
          <a:p>
            <a:pPr marL="0" lvl="0" indent="0" algn="l"/>
            <a:endParaRPr lang="en-US" sz="1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3. R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emote Work Productivity Dataset (1000 Rows):</a:t>
            </a:r>
            <a:endParaRPr lang="en-US" sz="1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Attributes: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Employment_Type, Hours_Worked_Per_Week, Productivity_Score, Well_Being_Score</a:t>
            </a:r>
            <a:endParaRPr sz="1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8289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49"/>
          <p:cNvGrpSpPr/>
          <p:nvPr/>
        </p:nvGrpSpPr>
        <p:grpSpPr>
          <a:xfrm flipH="1">
            <a:off x="5588610" y="3147226"/>
            <a:ext cx="271844" cy="269041"/>
            <a:chOff x="12438923" y="3256856"/>
            <a:chExt cx="312969" cy="309741"/>
          </a:xfrm>
        </p:grpSpPr>
        <p:sp>
          <p:nvSpPr>
            <p:cNvPr id="975" name="Google Shape;975;p49"/>
            <p:cNvSpPr/>
            <p:nvPr/>
          </p:nvSpPr>
          <p:spPr>
            <a:xfrm>
              <a:off x="12438923" y="3256856"/>
              <a:ext cx="253131" cy="309741"/>
            </a:xfrm>
            <a:custGeom>
              <a:avLst/>
              <a:gdLst/>
              <a:ahLst/>
              <a:cxnLst/>
              <a:rect l="l" t="t" r="r" b="b"/>
              <a:pathLst>
                <a:path w="1726" h="2112" extrusionOk="0">
                  <a:moveTo>
                    <a:pt x="37" y="0"/>
                  </a:moveTo>
                  <a:cubicBezTo>
                    <a:pt x="19" y="0"/>
                    <a:pt x="1" y="14"/>
                    <a:pt x="1" y="36"/>
                  </a:cubicBezTo>
                  <a:lnTo>
                    <a:pt x="1" y="2111"/>
                  </a:lnTo>
                  <a:lnTo>
                    <a:pt x="1726" y="2111"/>
                  </a:lnTo>
                  <a:lnTo>
                    <a:pt x="1726" y="36"/>
                  </a:lnTo>
                  <a:cubicBezTo>
                    <a:pt x="1726" y="18"/>
                    <a:pt x="1711" y="0"/>
                    <a:pt x="169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12666097" y="3338251"/>
              <a:ext cx="85795" cy="140498"/>
            </a:xfrm>
            <a:custGeom>
              <a:avLst/>
              <a:gdLst/>
              <a:ahLst/>
              <a:cxnLst/>
              <a:rect l="l" t="t" r="r" b="b"/>
              <a:pathLst>
                <a:path w="585" h="958" fill="none" extrusionOk="0">
                  <a:moveTo>
                    <a:pt x="130" y="1"/>
                  </a:moveTo>
                  <a:lnTo>
                    <a:pt x="437" y="1"/>
                  </a:lnTo>
                  <a:cubicBezTo>
                    <a:pt x="520" y="1"/>
                    <a:pt x="585" y="69"/>
                    <a:pt x="585" y="149"/>
                  </a:cubicBezTo>
                  <a:lnTo>
                    <a:pt x="585" y="806"/>
                  </a:lnTo>
                  <a:cubicBezTo>
                    <a:pt x="585" y="889"/>
                    <a:pt x="520" y="957"/>
                    <a:pt x="437" y="957"/>
                  </a:cubicBezTo>
                  <a:lnTo>
                    <a:pt x="0" y="957"/>
                  </a:lnTo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49"/>
          <p:cNvGrpSpPr/>
          <p:nvPr/>
        </p:nvGrpSpPr>
        <p:grpSpPr>
          <a:xfrm flipH="1">
            <a:off x="5800463" y="2422266"/>
            <a:ext cx="1186225" cy="991200"/>
            <a:chOff x="11142316" y="2422225"/>
            <a:chExt cx="1365675" cy="1141146"/>
          </a:xfrm>
        </p:grpSpPr>
        <p:sp>
          <p:nvSpPr>
            <p:cNvPr id="978" name="Google Shape;978;p49"/>
            <p:cNvSpPr/>
            <p:nvPr/>
          </p:nvSpPr>
          <p:spPr>
            <a:xfrm>
              <a:off x="11638168" y="2722287"/>
              <a:ext cx="321913" cy="831548"/>
            </a:xfrm>
            <a:custGeom>
              <a:avLst/>
              <a:gdLst/>
              <a:ahLst/>
              <a:cxnLst/>
              <a:rect l="l" t="t" r="r" b="b"/>
              <a:pathLst>
                <a:path w="2195" h="5670" extrusionOk="0">
                  <a:moveTo>
                    <a:pt x="2018" y="0"/>
                  </a:moveTo>
                  <a:lnTo>
                    <a:pt x="1148" y="267"/>
                  </a:lnTo>
                  <a:lnTo>
                    <a:pt x="1" y="5399"/>
                  </a:lnTo>
                  <a:lnTo>
                    <a:pt x="178" y="5670"/>
                  </a:lnTo>
                  <a:lnTo>
                    <a:pt x="1224" y="5670"/>
                  </a:lnTo>
                  <a:lnTo>
                    <a:pt x="2195" y="267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11638168" y="2722287"/>
              <a:ext cx="296101" cy="791804"/>
            </a:xfrm>
            <a:custGeom>
              <a:avLst/>
              <a:gdLst/>
              <a:ahLst/>
              <a:cxnLst/>
              <a:rect l="l" t="t" r="r" b="b"/>
              <a:pathLst>
                <a:path w="2019" h="5399" extrusionOk="0">
                  <a:moveTo>
                    <a:pt x="972" y="0"/>
                  </a:moveTo>
                  <a:lnTo>
                    <a:pt x="1" y="5399"/>
                  </a:lnTo>
                  <a:lnTo>
                    <a:pt x="1044" y="5399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rgbClr val="353535">
                <a:alpha val="3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11142316" y="2422225"/>
              <a:ext cx="1365675" cy="831548"/>
            </a:xfrm>
            <a:custGeom>
              <a:avLst/>
              <a:gdLst/>
              <a:ahLst/>
              <a:cxnLst/>
              <a:rect l="l" t="t" r="r" b="b"/>
              <a:pathLst>
                <a:path w="9312" h="5670" extrusionOk="0">
                  <a:moveTo>
                    <a:pt x="9134" y="0"/>
                  </a:moveTo>
                  <a:lnTo>
                    <a:pt x="1152" y="263"/>
                  </a:lnTo>
                  <a:lnTo>
                    <a:pt x="0" y="5402"/>
                  </a:lnTo>
                  <a:lnTo>
                    <a:pt x="181" y="5669"/>
                  </a:lnTo>
                  <a:lnTo>
                    <a:pt x="8340" y="5669"/>
                  </a:lnTo>
                  <a:lnTo>
                    <a:pt x="9311" y="263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11142316" y="2422225"/>
              <a:ext cx="1339716" cy="792390"/>
            </a:xfrm>
            <a:custGeom>
              <a:avLst/>
              <a:gdLst/>
              <a:ahLst/>
              <a:cxnLst/>
              <a:rect l="l" t="t" r="r" b="b"/>
              <a:pathLst>
                <a:path w="9135" h="5403" extrusionOk="0">
                  <a:moveTo>
                    <a:pt x="971" y="0"/>
                  </a:moveTo>
                  <a:lnTo>
                    <a:pt x="0" y="5402"/>
                  </a:lnTo>
                  <a:lnTo>
                    <a:pt x="8163" y="5402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11197313" y="2454490"/>
              <a:ext cx="1230163" cy="727861"/>
            </a:xfrm>
            <a:custGeom>
              <a:avLst/>
              <a:gdLst/>
              <a:ahLst/>
              <a:cxnLst/>
              <a:rect l="l" t="t" r="r" b="b"/>
              <a:pathLst>
                <a:path w="8388" h="4963" extrusionOk="0">
                  <a:moveTo>
                    <a:pt x="892" y="0"/>
                  </a:moveTo>
                  <a:lnTo>
                    <a:pt x="1" y="4962"/>
                  </a:lnTo>
                  <a:lnTo>
                    <a:pt x="7493" y="4962"/>
                  </a:lnTo>
                  <a:lnTo>
                    <a:pt x="83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11409088" y="3513948"/>
              <a:ext cx="637373" cy="49424"/>
            </a:xfrm>
            <a:custGeom>
              <a:avLst/>
              <a:gdLst/>
              <a:ahLst/>
              <a:cxnLst/>
              <a:rect l="l" t="t" r="r" b="b"/>
              <a:pathLst>
                <a:path w="4346" h="337" extrusionOk="0">
                  <a:moveTo>
                    <a:pt x="0" y="1"/>
                  </a:moveTo>
                  <a:lnTo>
                    <a:pt x="0" y="337"/>
                  </a:lnTo>
                  <a:lnTo>
                    <a:pt x="4345" y="337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49"/>
          <p:cNvGrpSpPr/>
          <p:nvPr/>
        </p:nvGrpSpPr>
        <p:grpSpPr>
          <a:xfrm flipH="1">
            <a:off x="6733108" y="3386714"/>
            <a:ext cx="628908" cy="29554"/>
            <a:chOff x="10885664" y="3532573"/>
            <a:chExt cx="724048" cy="34025"/>
          </a:xfrm>
        </p:grpSpPr>
        <p:sp>
          <p:nvSpPr>
            <p:cNvPr id="985" name="Google Shape;985;p49"/>
            <p:cNvSpPr/>
            <p:nvPr/>
          </p:nvSpPr>
          <p:spPr>
            <a:xfrm>
              <a:off x="10885664" y="3542546"/>
              <a:ext cx="724048" cy="24052"/>
            </a:xfrm>
            <a:custGeom>
              <a:avLst/>
              <a:gdLst/>
              <a:ahLst/>
              <a:cxnLst/>
              <a:rect l="l" t="t" r="r" b="b"/>
              <a:pathLst>
                <a:path w="4937" h="164" extrusionOk="0">
                  <a:moveTo>
                    <a:pt x="0" y="1"/>
                  </a:moveTo>
                  <a:lnTo>
                    <a:pt x="0" y="163"/>
                  </a:lnTo>
                  <a:lnTo>
                    <a:pt x="4937" y="163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109232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109745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1102528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1107661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11127944" y="3532573"/>
              <a:ext cx="36664" cy="20679"/>
            </a:xfrm>
            <a:custGeom>
              <a:avLst/>
              <a:gdLst/>
              <a:ahLst/>
              <a:cxnLst/>
              <a:rect l="l" t="t" r="r" b="b"/>
              <a:pathLst>
                <a:path w="250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0" y="14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111788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11230165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112809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113322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11383716" y="3532573"/>
              <a:ext cx="37104" cy="20679"/>
            </a:xfrm>
            <a:custGeom>
              <a:avLst/>
              <a:gdLst/>
              <a:ahLst/>
              <a:cxnLst/>
              <a:rect l="l" t="t" r="r" b="b"/>
              <a:pathLst>
                <a:path w="253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1143446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1148579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115365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49"/>
          <p:cNvGrpSpPr/>
          <p:nvPr/>
        </p:nvGrpSpPr>
        <p:grpSpPr>
          <a:xfrm flipH="1">
            <a:off x="5422116" y="3416141"/>
            <a:ext cx="2622780" cy="1125462"/>
            <a:chOff x="9924025" y="3566451"/>
            <a:chExt cx="3019548" cy="1295719"/>
          </a:xfrm>
        </p:grpSpPr>
        <p:sp>
          <p:nvSpPr>
            <p:cNvPr id="1000" name="Google Shape;1000;p49"/>
            <p:cNvSpPr/>
            <p:nvPr/>
          </p:nvSpPr>
          <p:spPr>
            <a:xfrm>
              <a:off x="9924025" y="3622035"/>
              <a:ext cx="290089" cy="1240136"/>
            </a:xfrm>
            <a:custGeom>
              <a:avLst/>
              <a:gdLst/>
              <a:ahLst/>
              <a:cxnLst/>
              <a:rect l="l" t="t" r="r" b="b"/>
              <a:pathLst>
                <a:path w="1978" h="8456" extrusionOk="0">
                  <a:moveTo>
                    <a:pt x="1591" y="0"/>
                  </a:moveTo>
                  <a:lnTo>
                    <a:pt x="0" y="8455"/>
                  </a:lnTo>
                  <a:lnTo>
                    <a:pt x="386" y="8455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10235087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" y="0"/>
                  </a:moveTo>
                  <a:lnTo>
                    <a:pt x="1600" y="8455"/>
                  </a:lnTo>
                  <a:lnTo>
                    <a:pt x="1986" y="8455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058951" y="4301061"/>
              <a:ext cx="342592" cy="48250"/>
            </a:xfrm>
            <a:custGeom>
              <a:avLst/>
              <a:gdLst/>
              <a:ahLst/>
              <a:cxnLst/>
              <a:rect l="l" t="t" r="r" b="b"/>
              <a:pathLst>
                <a:path w="2336" h="329" extrusionOk="0">
                  <a:moveTo>
                    <a:pt x="0" y="0"/>
                  </a:moveTo>
                  <a:lnTo>
                    <a:pt x="0" y="329"/>
                  </a:lnTo>
                  <a:lnTo>
                    <a:pt x="2335" y="329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2340516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596" y="0"/>
                  </a:moveTo>
                  <a:lnTo>
                    <a:pt x="1" y="8455"/>
                  </a:lnTo>
                  <a:lnTo>
                    <a:pt x="387" y="8455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2652751" y="3622035"/>
              <a:ext cx="290822" cy="1240136"/>
            </a:xfrm>
            <a:custGeom>
              <a:avLst/>
              <a:gdLst/>
              <a:ahLst/>
              <a:cxnLst/>
              <a:rect l="l" t="t" r="r" b="b"/>
              <a:pathLst>
                <a:path w="1983" h="8456" extrusionOk="0">
                  <a:moveTo>
                    <a:pt x="1" y="0"/>
                  </a:moveTo>
                  <a:lnTo>
                    <a:pt x="1592" y="8455"/>
                  </a:lnTo>
                  <a:lnTo>
                    <a:pt x="1982" y="845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032406" y="3566451"/>
              <a:ext cx="2795732" cy="61449"/>
            </a:xfrm>
            <a:custGeom>
              <a:avLst/>
              <a:gdLst/>
              <a:ahLst/>
              <a:cxnLst/>
              <a:rect l="l" t="t" r="r" b="b"/>
              <a:pathLst>
                <a:path w="19063" h="419" extrusionOk="0">
                  <a:moveTo>
                    <a:pt x="1" y="0"/>
                  </a:moveTo>
                  <a:lnTo>
                    <a:pt x="1" y="419"/>
                  </a:lnTo>
                  <a:lnTo>
                    <a:pt x="19062" y="419"/>
                  </a:lnTo>
                  <a:lnTo>
                    <a:pt x="19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2476028" y="4301061"/>
              <a:ext cx="343179" cy="48250"/>
            </a:xfrm>
            <a:custGeom>
              <a:avLst/>
              <a:gdLst/>
              <a:ahLst/>
              <a:cxnLst/>
              <a:rect l="l" t="t" r="r" b="b"/>
              <a:pathLst>
                <a:path w="2340" h="329" extrusionOk="0">
                  <a:moveTo>
                    <a:pt x="1" y="0"/>
                  </a:moveTo>
                  <a:lnTo>
                    <a:pt x="1" y="329"/>
                  </a:lnTo>
                  <a:lnTo>
                    <a:pt x="2339" y="329"/>
                  </a:lnTo>
                  <a:lnTo>
                    <a:pt x="2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8" name="Google Shape;1008;p49"/>
          <p:cNvSpPr txBox="1">
            <a:spLocks noGrp="1"/>
          </p:cNvSpPr>
          <p:nvPr>
            <p:ph type="title"/>
          </p:nvPr>
        </p:nvSpPr>
        <p:spPr>
          <a:xfrm flipH="1">
            <a:off x="673531" y="2092326"/>
            <a:ext cx="3342513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200" dirty="0"/>
              <a:t>Univariate Charts</a:t>
            </a:r>
          </a:p>
        </p:txBody>
      </p:sp>
      <p:grpSp>
        <p:nvGrpSpPr>
          <p:cNvPr id="1009" name="Google Shape;1009;p49"/>
          <p:cNvGrpSpPr/>
          <p:nvPr/>
        </p:nvGrpSpPr>
        <p:grpSpPr>
          <a:xfrm flipH="1">
            <a:off x="6669728" y="2422235"/>
            <a:ext cx="1552334" cy="2180324"/>
            <a:chOff x="568488" y="2422235"/>
            <a:chExt cx="1552334" cy="2180324"/>
          </a:xfrm>
        </p:grpSpPr>
        <p:sp>
          <p:nvSpPr>
            <p:cNvPr id="1010" name="Google Shape;1010;p49"/>
            <p:cNvSpPr/>
            <p:nvPr/>
          </p:nvSpPr>
          <p:spPr>
            <a:xfrm>
              <a:off x="686029" y="2422235"/>
              <a:ext cx="973600" cy="1048104"/>
            </a:xfrm>
            <a:custGeom>
              <a:avLst/>
              <a:gdLst/>
              <a:ahLst/>
              <a:cxnLst/>
              <a:rect l="l" t="t" r="r" b="b"/>
              <a:pathLst>
                <a:path w="5972" h="6429" extrusionOk="0">
                  <a:moveTo>
                    <a:pt x="586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6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5" y="5887"/>
                  </a:lnTo>
                  <a:cubicBezTo>
                    <a:pt x="1426" y="6198"/>
                    <a:pt x="1684" y="6429"/>
                    <a:pt x="1992" y="6429"/>
                  </a:cubicBezTo>
                  <a:lnTo>
                    <a:pt x="5333" y="6429"/>
                  </a:lnTo>
                  <a:cubicBezTo>
                    <a:pt x="5335" y="6429"/>
                    <a:pt x="5336" y="6429"/>
                    <a:pt x="5338" y="6429"/>
                  </a:cubicBezTo>
                  <a:cubicBezTo>
                    <a:pt x="5696" y="6429"/>
                    <a:pt x="5971" y="6119"/>
                    <a:pt x="5936" y="5765"/>
                  </a:cubicBezTo>
                  <a:lnTo>
                    <a:pt x="5732" y="3751"/>
                  </a:lnTo>
                  <a:cubicBezTo>
                    <a:pt x="5677" y="3206"/>
                    <a:pt x="5539" y="2675"/>
                    <a:pt x="5325" y="2172"/>
                  </a:cubicBezTo>
                  <a:lnTo>
                    <a:pt x="4524" y="298"/>
                  </a:lnTo>
                  <a:cubicBezTo>
                    <a:pt x="4450" y="119"/>
                    <a:pt x="4271" y="1"/>
                    <a:pt x="4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568487" y="2422235"/>
              <a:ext cx="973111" cy="1048104"/>
            </a:xfrm>
            <a:custGeom>
              <a:avLst/>
              <a:gdLst/>
              <a:ahLst/>
              <a:cxnLst/>
              <a:rect l="l" t="t" r="r" b="b"/>
              <a:pathLst>
                <a:path w="5969" h="6429" extrusionOk="0">
                  <a:moveTo>
                    <a:pt x="584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3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3" y="5887"/>
                  </a:lnTo>
                  <a:cubicBezTo>
                    <a:pt x="1423" y="6198"/>
                    <a:pt x="1682" y="6429"/>
                    <a:pt x="1993" y="6429"/>
                  </a:cubicBezTo>
                  <a:lnTo>
                    <a:pt x="5330" y="6429"/>
                  </a:lnTo>
                  <a:cubicBezTo>
                    <a:pt x="5332" y="6429"/>
                    <a:pt x="5333" y="6429"/>
                    <a:pt x="5335" y="6429"/>
                  </a:cubicBezTo>
                  <a:cubicBezTo>
                    <a:pt x="5691" y="6429"/>
                    <a:pt x="5969" y="6119"/>
                    <a:pt x="5933" y="5765"/>
                  </a:cubicBezTo>
                  <a:lnTo>
                    <a:pt x="5729" y="3751"/>
                  </a:lnTo>
                  <a:cubicBezTo>
                    <a:pt x="5674" y="3206"/>
                    <a:pt x="5537" y="2675"/>
                    <a:pt x="5325" y="2172"/>
                  </a:cubicBezTo>
                  <a:lnTo>
                    <a:pt x="4524" y="298"/>
                  </a:lnTo>
                  <a:cubicBezTo>
                    <a:pt x="4447" y="119"/>
                    <a:pt x="4268" y="1"/>
                    <a:pt x="40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808950" y="3470662"/>
              <a:ext cx="1257594" cy="187645"/>
            </a:xfrm>
            <a:custGeom>
              <a:avLst/>
              <a:gdLst/>
              <a:ahLst/>
              <a:cxnLst/>
              <a:rect l="l" t="t" r="r" b="b"/>
              <a:pathLst>
                <a:path w="7714" h="1151" extrusionOk="0">
                  <a:moveTo>
                    <a:pt x="259" y="0"/>
                  </a:moveTo>
                  <a:cubicBezTo>
                    <a:pt x="116" y="0"/>
                    <a:pt x="0" y="113"/>
                    <a:pt x="0" y="256"/>
                  </a:cubicBezTo>
                  <a:lnTo>
                    <a:pt x="0" y="471"/>
                  </a:lnTo>
                  <a:cubicBezTo>
                    <a:pt x="0" y="845"/>
                    <a:pt x="306" y="1151"/>
                    <a:pt x="683" y="1151"/>
                  </a:cubicBezTo>
                  <a:lnTo>
                    <a:pt x="7031" y="1151"/>
                  </a:lnTo>
                  <a:cubicBezTo>
                    <a:pt x="7405" y="1151"/>
                    <a:pt x="7713" y="845"/>
                    <a:pt x="7713" y="471"/>
                  </a:cubicBezTo>
                  <a:lnTo>
                    <a:pt x="7713" y="256"/>
                  </a:lnTo>
                  <a:cubicBezTo>
                    <a:pt x="7713" y="113"/>
                    <a:pt x="7598" y="0"/>
                    <a:pt x="7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1767050" y="3163845"/>
              <a:ext cx="211936" cy="507016"/>
            </a:xfrm>
            <a:custGeom>
              <a:avLst/>
              <a:gdLst/>
              <a:ahLst/>
              <a:cxnLst/>
              <a:rect l="l" t="t" r="r" b="b"/>
              <a:pathLst>
                <a:path w="1300" h="3110" extrusionOk="0">
                  <a:moveTo>
                    <a:pt x="942" y="0"/>
                  </a:moveTo>
                  <a:lnTo>
                    <a:pt x="1" y="3110"/>
                  </a:lnTo>
                  <a:lnTo>
                    <a:pt x="359" y="311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1580060" y="3089831"/>
              <a:ext cx="540762" cy="74178"/>
            </a:xfrm>
            <a:custGeom>
              <a:avLst/>
              <a:gdLst/>
              <a:ahLst/>
              <a:cxnLst/>
              <a:rect l="l" t="t" r="r" b="b"/>
              <a:pathLst>
                <a:path w="3317" h="455" extrusionOk="0">
                  <a:moveTo>
                    <a:pt x="226" y="0"/>
                  </a:moveTo>
                  <a:cubicBezTo>
                    <a:pt x="102" y="0"/>
                    <a:pt x="0" y="102"/>
                    <a:pt x="0" y="226"/>
                  </a:cubicBezTo>
                  <a:cubicBezTo>
                    <a:pt x="0" y="350"/>
                    <a:pt x="102" y="454"/>
                    <a:pt x="226" y="454"/>
                  </a:cubicBezTo>
                  <a:lnTo>
                    <a:pt x="3316" y="454"/>
                  </a:lnTo>
                  <a:cubicBezTo>
                    <a:pt x="3316" y="204"/>
                    <a:pt x="3113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1031479" y="3658143"/>
              <a:ext cx="826875" cy="60320"/>
            </a:xfrm>
            <a:custGeom>
              <a:avLst/>
              <a:gdLst/>
              <a:ahLst/>
              <a:cxnLst/>
              <a:rect l="l" t="t" r="r" b="b"/>
              <a:pathLst>
                <a:path w="5072" h="370" extrusionOk="0">
                  <a:moveTo>
                    <a:pt x="0" y="1"/>
                  </a:moveTo>
                  <a:cubicBezTo>
                    <a:pt x="0" y="204"/>
                    <a:pt x="165" y="369"/>
                    <a:pt x="369" y="369"/>
                  </a:cubicBezTo>
                  <a:lnTo>
                    <a:pt x="4703" y="369"/>
                  </a:lnTo>
                  <a:cubicBezTo>
                    <a:pt x="4906" y="369"/>
                    <a:pt x="5071" y="204"/>
                    <a:pt x="5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1375952" y="3718300"/>
              <a:ext cx="137921" cy="692704"/>
            </a:xfrm>
            <a:custGeom>
              <a:avLst/>
              <a:gdLst/>
              <a:ahLst/>
              <a:cxnLst/>
              <a:rect l="l" t="t" r="r" b="b"/>
              <a:pathLst>
                <a:path w="846" h="4249" extrusionOk="0">
                  <a:moveTo>
                    <a:pt x="0" y="0"/>
                  </a:moveTo>
                  <a:lnTo>
                    <a:pt x="0" y="4249"/>
                  </a:lnTo>
                  <a:lnTo>
                    <a:pt x="845" y="4249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1060498" y="4332912"/>
              <a:ext cx="766881" cy="96512"/>
            </a:xfrm>
            <a:custGeom>
              <a:avLst/>
              <a:gdLst/>
              <a:ahLst/>
              <a:cxnLst/>
              <a:rect l="l" t="t" r="r" b="b"/>
              <a:pathLst>
                <a:path w="4704" h="592" extrusionOk="0">
                  <a:moveTo>
                    <a:pt x="593" y="0"/>
                  </a:moveTo>
                  <a:cubicBezTo>
                    <a:pt x="268" y="0"/>
                    <a:pt x="1" y="264"/>
                    <a:pt x="1" y="592"/>
                  </a:cubicBezTo>
                  <a:lnTo>
                    <a:pt x="4704" y="592"/>
                  </a:lnTo>
                  <a:cubicBezTo>
                    <a:pt x="4704" y="264"/>
                    <a:pt x="4439" y="0"/>
                    <a:pt x="4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988278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1782374" y="4429261"/>
              <a:ext cx="119010" cy="173298"/>
            </a:xfrm>
            <a:custGeom>
              <a:avLst/>
              <a:gdLst/>
              <a:ahLst/>
              <a:cxnLst/>
              <a:rect l="l" t="t" r="r" b="b"/>
              <a:pathLst>
                <a:path w="730" h="1063" extrusionOk="0">
                  <a:moveTo>
                    <a:pt x="0" y="1"/>
                  </a:moveTo>
                  <a:lnTo>
                    <a:pt x="0" y="700"/>
                  </a:lnTo>
                  <a:cubicBezTo>
                    <a:pt x="0" y="898"/>
                    <a:pt x="163" y="1063"/>
                    <a:pt x="366" y="1063"/>
                  </a:cubicBezTo>
                  <a:cubicBezTo>
                    <a:pt x="565" y="1063"/>
                    <a:pt x="730" y="903"/>
                    <a:pt x="730" y="700"/>
                  </a:cubicBezTo>
                  <a:cubicBezTo>
                    <a:pt x="730" y="499"/>
                    <a:pt x="567" y="334"/>
                    <a:pt x="366" y="334"/>
                  </a:cubicBezTo>
                  <a:cubicBezTo>
                    <a:pt x="342" y="334"/>
                    <a:pt x="314" y="334"/>
                    <a:pt x="289" y="34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1340412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49"/>
          <p:cNvGrpSpPr/>
          <p:nvPr/>
        </p:nvGrpSpPr>
        <p:grpSpPr>
          <a:xfrm flipH="1">
            <a:off x="4443616" y="3699495"/>
            <a:ext cx="677202" cy="909152"/>
            <a:chOff x="4504350" y="3581675"/>
            <a:chExt cx="764854" cy="1026827"/>
          </a:xfrm>
        </p:grpSpPr>
        <p:sp>
          <p:nvSpPr>
            <p:cNvPr id="1022" name="Google Shape;1022;p49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49"/>
          <p:cNvSpPr txBox="1">
            <a:spLocks noGrp="1"/>
          </p:cNvSpPr>
          <p:nvPr>
            <p:ph type="title" idx="2"/>
          </p:nvPr>
        </p:nvSpPr>
        <p:spPr>
          <a:xfrm flipH="1">
            <a:off x="673531" y="671228"/>
            <a:ext cx="127231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025" name="Google Shape;1025;p49"/>
          <p:cNvGrpSpPr/>
          <p:nvPr/>
        </p:nvGrpSpPr>
        <p:grpSpPr>
          <a:xfrm>
            <a:off x="4443626" y="1364251"/>
            <a:ext cx="677178" cy="509980"/>
            <a:chOff x="3310500" y="2299375"/>
            <a:chExt cx="276625" cy="208325"/>
          </a:xfrm>
        </p:grpSpPr>
        <p:sp>
          <p:nvSpPr>
            <p:cNvPr id="1026" name="Google Shape;1026;p49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9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1041;p49"/>
          <p:cNvGrpSpPr/>
          <p:nvPr/>
        </p:nvGrpSpPr>
        <p:grpSpPr>
          <a:xfrm>
            <a:off x="6520772" y="0"/>
            <a:ext cx="1053602" cy="1107994"/>
            <a:chOff x="7539975" y="0"/>
            <a:chExt cx="1204804" cy="1267003"/>
          </a:xfrm>
        </p:grpSpPr>
        <p:sp>
          <p:nvSpPr>
            <p:cNvPr id="1042" name="Google Shape;1042;p49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9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9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723935" y="3044041"/>
            <a:ext cx="292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Abdul </a:t>
            </a:r>
            <a:r>
              <a:rPr lang="en-US" dirty="0" err="1"/>
              <a:t>Wasay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59964" y="164911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Univariate Charts</a:t>
            </a: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749" y="1405838"/>
            <a:ext cx="4791825" cy="349577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438813" y="875553"/>
            <a:ext cx="33211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Be Vietnam Pro Black" panose="020B0604020202020204" charset="0"/>
              </a:rPr>
              <a:t>1. Histogram</a:t>
            </a:r>
          </a:p>
        </p:txBody>
      </p:sp>
    </p:spTree>
    <p:extLst>
      <p:ext uri="{BB962C8B-B14F-4D97-AF65-F5344CB8AC3E}">
        <p14:creationId xmlns:p14="http://schemas.microsoft.com/office/powerpoint/2010/main" val="9733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59964" y="164911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Univariate Charts</a:t>
            </a: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847" y="1363177"/>
            <a:ext cx="4586449" cy="35745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7" name="TextBox 96"/>
          <p:cNvSpPr txBox="1"/>
          <p:nvPr/>
        </p:nvSpPr>
        <p:spPr>
          <a:xfrm>
            <a:off x="1559964" y="834455"/>
            <a:ext cx="33211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Be Vietnam Pro Black" panose="020B0604020202020204" charset="0"/>
              </a:rPr>
              <a:t>2. Bar Chart</a:t>
            </a:r>
          </a:p>
        </p:txBody>
      </p:sp>
    </p:spTree>
    <p:extLst>
      <p:ext uri="{BB962C8B-B14F-4D97-AF65-F5344CB8AC3E}">
        <p14:creationId xmlns:p14="http://schemas.microsoft.com/office/powerpoint/2010/main" val="29934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49"/>
          <p:cNvGrpSpPr/>
          <p:nvPr/>
        </p:nvGrpSpPr>
        <p:grpSpPr>
          <a:xfrm flipH="1">
            <a:off x="5588610" y="3147226"/>
            <a:ext cx="271844" cy="269041"/>
            <a:chOff x="12438923" y="3256856"/>
            <a:chExt cx="312969" cy="309741"/>
          </a:xfrm>
        </p:grpSpPr>
        <p:sp>
          <p:nvSpPr>
            <p:cNvPr id="975" name="Google Shape;975;p49"/>
            <p:cNvSpPr/>
            <p:nvPr/>
          </p:nvSpPr>
          <p:spPr>
            <a:xfrm>
              <a:off x="12438923" y="3256856"/>
              <a:ext cx="253131" cy="309741"/>
            </a:xfrm>
            <a:custGeom>
              <a:avLst/>
              <a:gdLst/>
              <a:ahLst/>
              <a:cxnLst/>
              <a:rect l="l" t="t" r="r" b="b"/>
              <a:pathLst>
                <a:path w="1726" h="2112" extrusionOk="0">
                  <a:moveTo>
                    <a:pt x="37" y="0"/>
                  </a:moveTo>
                  <a:cubicBezTo>
                    <a:pt x="19" y="0"/>
                    <a:pt x="1" y="14"/>
                    <a:pt x="1" y="36"/>
                  </a:cubicBezTo>
                  <a:lnTo>
                    <a:pt x="1" y="2111"/>
                  </a:lnTo>
                  <a:lnTo>
                    <a:pt x="1726" y="2111"/>
                  </a:lnTo>
                  <a:lnTo>
                    <a:pt x="1726" y="36"/>
                  </a:lnTo>
                  <a:cubicBezTo>
                    <a:pt x="1726" y="18"/>
                    <a:pt x="1711" y="0"/>
                    <a:pt x="169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12666097" y="3338251"/>
              <a:ext cx="85795" cy="140498"/>
            </a:xfrm>
            <a:custGeom>
              <a:avLst/>
              <a:gdLst/>
              <a:ahLst/>
              <a:cxnLst/>
              <a:rect l="l" t="t" r="r" b="b"/>
              <a:pathLst>
                <a:path w="585" h="958" fill="none" extrusionOk="0">
                  <a:moveTo>
                    <a:pt x="130" y="1"/>
                  </a:moveTo>
                  <a:lnTo>
                    <a:pt x="437" y="1"/>
                  </a:lnTo>
                  <a:cubicBezTo>
                    <a:pt x="520" y="1"/>
                    <a:pt x="585" y="69"/>
                    <a:pt x="585" y="149"/>
                  </a:cubicBezTo>
                  <a:lnTo>
                    <a:pt x="585" y="806"/>
                  </a:lnTo>
                  <a:cubicBezTo>
                    <a:pt x="585" y="889"/>
                    <a:pt x="520" y="957"/>
                    <a:pt x="437" y="957"/>
                  </a:cubicBezTo>
                  <a:lnTo>
                    <a:pt x="0" y="957"/>
                  </a:lnTo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49"/>
          <p:cNvGrpSpPr/>
          <p:nvPr/>
        </p:nvGrpSpPr>
        <p:grpSpPr>
          <a:xfrm flipH="1">
            <a:off x="5800463" y="2422266"/>
            <a:ext cx="1186225" cy="991200"/>
            <a:chOff x="11142316" y="2422225"/>
            <a:chExt cx="1365675" cy="1141146"/>
          </a:xfrm>
        </p:grpSpPr>
        <p:sp>
          <p:nvSpPr>
            <p:cNvPr id="978" name="Google Shape;978;p49"/>
            <p:cNvSpPr/>
            <p:nvPr/>
          </p:nvSpPr>
          <p:spPr>
            <a:xfrm>
              <a:off x="11638168" y="2722287"/>
              <a:ext cx="321913" cy="831548"/>
            </a:xfrm>
            <a:custGeom>
              <a:avLst/>
              <a:gdLst/>
              <a:ahLst/>
              <a:cxnLst/>
              <a:rect l="l" t="t" r="r" b="b"/>
              <a:pathLst>
                <a:path w="2195" h="5670" extrusionOk="0">
                  <a:moveTo>
                    <a:pt x="2018" y="0"/>
                  </a:moveTo>
                  <a:lnTo>
                    <a:pt x="1148" y="267"/>
                  </a:lnTo>
                  <a:lnTo>
                    <a:pt x="1" y="5399"/>
                  </a:lnTo>
                  <a:lnTo>
                    <a:pt x="178" y="5670"/>
                  </a:lnTo>
                  <a:lnTo>
                    <a:pt x="1224" y="5670"/>
                  </a:lnTo>
                  <a:lnTo>
                    <a:pt x="2195" y="267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11638168" y="2722287"/>
              <a:ext cx="296101" cy="791804"/>
            </a:xfrm>
            <a:custGeom>
              <a:avLst/>
              <a:gdLst/>
              <a:ahLst/>
              <a:cxnLst/>
              <a:rect l="l" t="t" r="r" b="b"/>
              <a:pathLst>
                <a:path w="2019" h="5399" extrusionOk="0">
                  <a:moveTo>
                    <a:pt x="972" y="0"/>
                  </a:moveTo>
                  <a:lnTo>
                    <a:pt x="1" y="5399"/>
                  </a:lnTo>
                  <a:lnTo>
                    <a:pt x="1044" y="5399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rgbClr val="353535">
                <a:alpha val="3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11142316" y="2422225"/>
              <a:ext cx="1365675" cy="831548"/>
            </a:xfrm>
            <a:custGeom>
              <a:avLst/>
              <a:gdLst/>
              <a:ahLst/>
              <a:cxnLst/>
              <a:rect l="l" t="t" r="r" b="b"/>
              <a:pathLst>
                <a:path w="9312" h="5670" extrusionOk="0">
                  <a:moveTo>
                    <a:pt x="9134" y="0"/>
                  </a:moveTo>
                  <a:lnTo>
                    <a:pt x="1152" y="263"/>
                  </a:lnTo>
                  <a:lnTo>
                    <a:pt x="0" y="5402"/>
                  </a:lnTo>
                  <a:lnTo>
                    <a:pt x="181" y="5669"/>
                  </a:lnTo>
                  <a:lnTo>
                    <a:pt x="8340" y="5669"/>
                  </a:lnTo>
                  <a:lnTo>
                    <a:pt x="9311" y="263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11142316" y="2422225"/>
              <a:ext cx="1339716" cy="792390"/>
            </a:xfrm>
            <a:custGeom>
              <a:avLst/>
              <a:gdLst/>
              <a:ahLst/>
              <a:cxnLst/>
              <a:rect l="l" t="t" r="r" b="b"/>
              <a:pathLst>
                <a:path w="9135" h="5403" extrusionOk="0">
                  <a:moveTo>
                    <a:pt x="971" y="0"/>
                  </a:moveTo>
                  <a:lnTo>
                    <a:pt x="0" y="5402"/>
                  </a:lnTo>
                  <a:lnTo>
                    <a:pt x="8163" y="5402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11197313" y="2454490"/>
              <a:ext cx="1230163" cy="727861"/>
            </a:xfrm>
            <a:custGeom>
              <a:avLst/>
              <a:gdLst/>
              <a:ahLst/>
              <a:cxnLst/>
              <a:rect l="l" t="t" r="r" b="b"/>
              <a:pathLst>
                <a:path w="8388" h="4963" extrusionOk="0">
                  <a:moveTo>
                    <a:pt x="892" y="0"/>
                  </a:moveTo>
                  <a:lnTo>
                    <a:pt x="1" y="4962"/>
                  </a:lnTo>
                  <a:lnTo>
                    <a:pt x="7493" y="4962"/>
                  </a:lnTo>
                  <a:lnTo>
                    <a:pt x="83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11409088" y="3513948"/>
              <a:ext cx="637373" cy="49424"/>
            </a:xfrm>
            <a:custGeom>
              <a:avLst/>
              <a:gdLst/>
              <a:ahLst/>
              <a:cxnLst/>
              <a:rect l="l" t="t" r="r" b="b"/>
              <a:pathLst>
                <a:path w="4346" h="337" extrusionOk="0">
                  <a:moveTo>
                    <a:pt x="0" y="1"/>
                  </a:moveTo>
                  <a:lnTo>
                    <a:pt x="0" y="337"/>
                  </a:lnTo>
                  <a:lnTo>
                    <a:pt x="4345" y="337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49"/>
          <p:cNvGrpSpPr/>
          <p:nvPr/>
        </p:nvGrpSpPr>
        <p:grpSpPr>
          <a:xfrm flipH="1">
            <a:off x="6733108" y="3386714"/>
            <a:ext cx="628908" cy="29554"/>
            <a:chOff x="10885664" y="3532573"/>
            <a:chExt cx="724048" cy="34025"/>
          </a:xfrm>
        </p:grpSpPr>
        <p:sp>
          <p:nvSpPr>
            <p:cNvPr id="985" name="Google Shape;985;p49"/>
            <p:cNvSpPr/>
            <p:nvPr/>
          </p:nvSpPr>
          <p:spPr>
            <a:xfrm>
              <a:off x="10885664" y="3542546"/>
              <a:ext cx="724048" cy="24052"/>
            </a:xfrm>
            <a:custGeom>
              <a:avLst/>
              <a:gdLst/>
              <a:ahLst/>
              <a:cxnLst/>
              <a:rect l="l" t="t" r="r" b="b"/>
              <a:pathLst>
                <a:path w="4937" h="164" extrusionOk="0">
                  <a:moveTo>
                    <a:pt x="0" y="1"/>
                  </a:moveTo>
                  <a:lnTo>
                    <a:pt x="0" y="163"/>
                  </a:lnTo>
                  <a:lnTo>
                    <a:pt x="4937" y="163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109232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109745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1102528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1107661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11127944" y="3532573"/>
              <a:ext cx="36664" cy="20679"/>
            </a:xfrm>
            <a:custGeom>
              <a:avLst/>
              <a:gdLst/>
              <a:ahLst/>
              <a:cxnLst/>
              <a:rect l="l" t="t" r="r" b="b"/>
              <a:pathLst>
                <a:path w="250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0" y="14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111788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11230165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112809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113322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11383716" y="3532573"/>
              <a:ext cx="37104" cy="20679"/>
            </a:xfrm>
            <a:custGeom>
              <a:avLst/>
              <a:gdLst/>
              <a:ahLst/>
              <a:cxnLst/>
              <a:rect l="l" t="t" r="r" b="b"/>
              <a:pathLst>
                <a:path w="253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1143446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1148579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115365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49"/>
          <p:cNvGrpSpPr/>
          <p:nvPr/>
        </p:nvGrpSpPr>
        <p:grpSpPr>
          <a:xfrm flipH="1">
            <a:off x="5422116" y="3416141"/>
            <a:ext cx="2622780" cy="1125462"/>
            <a:chOff x="9924025" y="3566451"/>
            <a:chExt cx="3019548" cy="1295719"/>
          </a:xfrm>
        </p:grpSpPr>
        <p:sp>
          <p:nvSpPr>
            <p:cNvPr id="1000" name="Google Shape;1000;p49"/>
            <p:cNvSpPr/>
            <p:nvPr/>
          </p:nvSpPr>
          <p:spPr>
            <a:xfrm>
              <a:off x="9924025" y="3622035"/>
              <a:ext cx="290089" cy="1240136"/>
            </a:xfrm>
            <a:custGeom>
              <a:avLst/>
              <a:gdLst/>
              <a:ahLst/>
              <a:cxnLst/>
              <a:rect l="l" t="t" r="r" b="b"/>
              <a:pathLst>
                <a:path w="1978" h="8456" extrusionOk="0">
                  <a:moveTo>
                    <a:pt x="1591" y="0"/>
                  </a:moveTo>
                  <a:lnTo>
                    <a:pt x="0" y="8455"/>
                  </a:lnTo>
                  <a:lnTo>
                    <a:pt x="386" y="8455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10235087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" y="0"/>
                  </a:moveTo>
                  <a:lnTo>
                    <a:pt x="1600" y="8455"/>
                  </a:lnTo>
                  <a:lnTo>
                    <a:pt x="1986" y="8455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058951" y="4301061"/>
              <a:ext cx="342592" cy="48250"/>
            </a:xfrm>
            <a:custGeom>
              <a:avLst/>
              <a:gdLst/>
              <a:ahLst/>
              <a:cxnLst/>
              <a:rect l="l" t="t" r="r" b="b"/>
              <a:pathLst>
                <a:path w="2336" h="329" extrusionOk="0">
                  <a:moveTo>
                    <a:pt x="0" y="0"/>
                  </a:moveTo>
                  <a:lnTo>
                    <a:pt x="0" y="329"/>
                  </a:lnTo>
                  <a:lnTo>
                    <a:pt x="2335" y="329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2340516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596" y="0"/>
                  </a:moveTo>
                  <a:lnTo>
                    <a:pt x="1" y="8455"/>
                  </a:lnTo>
                  <a:lnTo>
                    <a:pt x="387" y="8455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2652751" y="3622035"/>
              <a:ext cx="290822" cy="1240136"/>
            </a:xfrm>
            <a:custGeom>
              <a:avLst/>
              <a:gdLst/>
              <a:ahLst/>
              <a:cxnLst/>
              <a:rect l="l" t="t" r="r" b="b"/>
              <a:pathLst>
                <a:path w="1983" h="8456" extrusionOk="0">
                  <a:moveTo>
                    <a:pt x="1" y="0"/>
                  </a:moveTo>
                  <a:lnTo>
                    <a:pt x="1592" y="8455"/>
                  </a:lnTo>
                  <a:lnTo>
                    <a:pt x="1982" y="845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032406" y="3566451"/>
              <a:ext cx="2795732" cy="61449"/>
            </a:xfrm>
            <a:custGeom>
              <a:avLst/>
              <a:gdLst/>
              <a:ahLst/>
              <a:cxnLst/>
              <a:rect l="l" t="t" r="r" b="b"/>
              <a:pathLst>
                <a:path w="19063" h="419" extrusionOk="0">
                  <a:moveTo>
                    <a:pt x="1" y="0"/>
                  </a:moveTo>
                  <a:lnTo>
                    <a:pt x="1" y="419"/>
                  </a:lnTo>
                  <a:lnTo>
                    <a:pt x="19062" y="419"/>
                  </a:lnTo>
                  <a:lnTo>
                    <a:pt x="19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2476028" y="4301061"/>
              <a:ext cx="343179" cy="48250"/>
            </a:xfrm>
            <a:custGeom>
              <a:avLst/>
              <a:gdLst/>
              <a:ahLst/>
              <a:cxnLst/>
              <a:rect l="l" t="t" r="r" b="b"/>
              <a:pathLst>
                <a:path w="2340" h="329" extrusionOk="0">
                  <a:moveTo>
                    <a:pt x="1" y="0"/>
                  </a:moveTo>
                  <a:lnTo>
                    <a:pt x="1" y="329"/>
                  </a:lnTo>
                  <a:lnTo>
                    <a:pt x="2339" y="329"/>
                  </a:lnTo>
                  <a:lnTo>
                    <a:pt x="2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49"/>
          <p:cNvGrpSpPr/>
          <p:nvPr/>
        </p:nvGrpSpPr>
        <p:grpSpPr>
          <a:xfrm flipH="1">
            <a:off x="6669728" y="2422235"/>
            <a:ext cx="1552334" cy="2180324"/>
            <a:chOff x="568488" y="2422235"/>
            <a:chExt cx="1552334" cy="2180324"/>
          </a:xfrm>
        </p:grpSpPr>
        <p:sp>
          <p:nvSpPr>
            <p:cNvPr id="1010" name="Google Shape;1010;p49"/>
            <p:cNvSpPr/>
            <p:nvPr/>
          </p:nvSpPr>
          <p:spPr>
            <a:xfrm>
              <a:off x="686029" y="2422235"/>
              <a:ext cx="973600" cy="1048104"/>
            </a:xfrm>
            <a:custGeom>
              <a:avLst/>
              <a:gdLst/>
              <a:ahLst/>
              <a:cxnLst/>
              <a:rect l="l" t="t" r="r" b="b"/>
              <a:pathLst>
                <a:path w="5972" h="6429" extrusionOk="0">
                  <a:moveTo>
                    <a:pt x="586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6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5" y="5887"/>
                  </a:lnTo>
                  <a:cubicBezTo>
                    <a:pt x="1426" y="6198"/>
                    <a:pt x="1684" y="6429"/>
                    <a:pt x="1992" y="6429"/>
                  </a:cubicBezTo>
                  <a:lnTo>
                    <a:pt x="5333" y="6429"/>
                  </a:lnTo>
                  <a:cubicBezTo>
                    <a:pt x="5335" y="6429"/>
                    <a:pt x="5336" y="6429"/>
                    <a:pt x="5338" y="6429"/>
                  </a:cubicBezTo>
                  <a:cubicBezTo>
                    <a:pt x="5696" y="6429"/>
                    <a:pt x="5971" y="6119"/>
                    <a:pt x="5936" y="5765"/>
                  </a:cubicBezTo>
                  <a:lnTo>
                    <a:pt x="5732" y="3751"/>
                  </a:lnTo>
                  <a:cubicBezTo>
                    <a:pt x="5677" y="3206"/>
                    <a:pt x="5539" y="2675"/>
                    <a:pt x="5325" y="2172"/>
                  </a:cubicBezTo>
                  <a:lnTo>
                    <a:pt x="4524" y="298"/>
                  </a:lnTo>
                  <a:cubicBezTo>
                    <a:pt x="4450" y="119"/>
                    <a:pt x="4271" y="1"/>
                    <a:pt x="4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568487" y="2422235"/>
              <a:ext cx="973111" cy="1048104"/>
            </a:xfrm>
            <a:custGeom>
              <a:avLst/>
              <a:gdLst/>
              <a:ahLst/>
              <a:cxnLst/>
              <a:rect l="l" t="t" r="r" b="b"/>
              <a:pathLst>
                <a:path w="5969" h="6429" extrusionOk="0">
                  <a:moveTo>
                    <a:pt x="584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3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3" y="5887"/>
                  </a:lnTo>
                  <a:cubicBezTo>
                    <a:pt x="1423" y="6198"/>
                    <a:pt x="1682" y="6429"/>
                    <a:pt x="1993" y="6429"/>
                  </a:cubicBezTo>
                  <a:lnTo>
                    <a:pt x="5330" y="6429"/>
                  </a:lnTo>
                  <a:cubicBezTo>
                    <a:pt x="5332" y="6429"/>
                    <a:pt x="5333" y="6429"/>
                    <a:pt x="5335" y="6429"/>
                  </a:cubicBezTo>
                  <a:cubicBezTo>
                    <a:pt x="5691" y="6429"/>
                    <a:pt x="5969" y="6119"/>
                    <a:pt x="5933" y="5765"/>
                  </a:cubicBezTo>
                  <a:lnTo>
                    <a:pt x="5729" y="3751"/>
                  </a:lnTo>
                  <a:cubicBezTo>
                    <a:pt x="5674" y="3206"/>
                    <a:pt x="5537" y="2675"/>
                    <a:pt x="5325" y="2172"/>
                  </a:cubicBezTo>
                  <a:lnTo>
                    <a:pt x="4524" y="298"/>
                  </a:lnTo>
                  <a:cubicBezTo>
                    <a:pt x="4447" y="119"/>
                    <a:pt x="4268" y="1"/>
                    <a:pt x="40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808950" y="3470662"/>
              <a:ext cx="1257594" cy="187645"/>
            </a:xfrm>
            <a:custGeom>
              <a:avLst/>
              <a:gdLst/>
              <a:ahLst/>
              <a:cxnLst/>
              <a:rect l="l" t="t" r="r" b="b"/>
              <a:pathLst>
                <a:path w="7714" h="1151" extrusionOk="0">
                  <a:moveTo>
                    <a:pt x="259" y="0"/>
                  </a:moveTo>
                  <a:cubicBezTo>
                    <a:pt x="116" y="0"/>
                    <a:pt x="0" y="113"/>
                    <a:pt x="0" y="256"/>
                  </a:cubicBezTo>
                  <a:lnTo>
                    <a:pt x="0" y="471"/>
                  </a:lnTo>
                  <a:cubicBezTo>
                    <a:pt x="0" y="845"/>
                    <a:pt x="306" y="1151"/>
                    <a:pt x="683" y="1151"/>
                  </a:cubicBezTo>
                  <a:lnTo>
                    <a:pt x="7031" y="1151"/>
                  </a:lnTo>
                  <a:cubicBezTo>
                    <a:pt x="7405" y="1151"/>
                    <a:pt x="7713" y="845"/>
                    <a:pt x="7713" y="471"/>
                  </a:cubicBezTo>
                  <a:lnTo>
                    <a:pt x="7713" y="256"/>
                  </a:lnTo>
                  <a:cubicBezTo>
                    <a:pt x="7713" y="113"/>
                    <a:pt x="7598" y="0"/>
                    <a:pt x="7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1767050" y="3163845"/>
              <a:ext cx="211936" cy="507016"/>
            </a:xfrm>
            <a:custGeom>
              <a:avLst/>
              <a:gdLst/>
              <a:ahLst/>
              <a:cxnLst/>
              <a:rect l="l" t="t" r="r" b="b"/>
              <a:pathLst>
                <a:path w="1300" h="3110" extrusionOk="0">
                  <a:moveTo>
                    <a:pt x="942" y="0"/>
                  </a:moveTo>
                  <a:lnTo>
                    <a:pt x="1" y="3110"/>
                  </a:lnTo>
                  <a:lnTo>
                    <a:pt x="359" y="311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1580060" y="3089831"/>
              <a:ext cx="540762" cy="74178"/>
            </a:xfrm>
            <a:custGeom>
              <a:avLst/>
              <a:gdLst/>
              <a:ahLst/>
              <a:cxnLst/>
              <a:rect l="l" t="t" r="r" b="b"/>
              <a:pathLst>
                <a:path w="3317" h="455" extrusionOk="0">
                  <a:moveTo>
                    <a:pt x="226" y="0"/>
                  </a:moveTo>
                  <a:cubicBezTo>
                    <a:pt x="102" y="0"/>
                    <a:pt x="0" y="102"/>
                    <a:pt x="0" y="226"/>
                  </a:cubicBezTo>
                  <a:cubicBezTo>
                    <a:pt x="0" y="350"/>
                    <a:pt x="102" y="454"/>
                    <a:pt x="226" y="454"/>
                  </a:cubicBezTo>
                  <a:lnTo>
                    <a:pt x="3316" y="454"/>
                  </a:lnTo>
                  <a:cubicBezTo>
                    <a:pt x="3316" y="204"/>
                    <a:pt x="3113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1031479" y="3658143"/>
              <a:ext cx="826875" cy="60320"/>
            </a:xfrm>
            <a:custGeom>
              <a:avLst/>
              <a:gdLst/>
              <a:ahLst/>
              <a:cxnLst/>
              <a:rect l="l" t="t" r="r" b="b"/>
              <a:pathLst>
                <a:path w="5072" h="370" extrusionOk="0">
                  <a:moveTo>
                    <a:pt x="0" y="1"/>
                  </a:moveTo>
                  <a:cubicBezTo>
                    <a:pt x="0" y="204"/>
                    <a:pt x="165" y="369"/>
                    <a:pt x="369" y="369"/>
                  </a:cubicBezTo>
                  <a:lnTo>
                    <a:pt x="4703" y="369"/>
                  </a:lnTo>
                  <a:cubicBezTo>
                    <a:pt x="4906" y="369"/>
                    <a:pt x="5071" y="204"/>
                    <a:pt x="5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1375952" y="3718300"/>
              <a:ext cx="137921" cy="692704"/>
            </a:xfrm>
            <a:custGeom>
              <a:avLst/>
              <a:gdLst/>
              <a:ahLst/>
              <a:cxnLst/>
              <a:rect l="l" t="t" r="r" b="b"/>
              <a:pathLst>
                <a:path w="846" h="4249" extrusionOk="0">
                  <a:moveTo>
                    <a:pt x="0" y="0"/>
                  </a:moveTo>
                  <a:lnTo>
                    <a:pt x="0" y="4249"/>
                  </a:lnTo>
                  <a:lnTo>
                    <a:pt x="845" y="4249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1060498" y="4332912"/>
              <a:ext cx="766881" cy="96512"/>
            </a:xfrm>
            <a:custGeom>
              <a:avLst/>
              <a:gdLst/>
              <a:ahLst/>
              <a:cxnLst/>
              <a:rect l="l" t="t" r="r" b="b"/>
              <a:pathLst>
                <a:path w="4704" h="592" extrusionOk="0">
                  <a:moveTo>
                    <a:pt x="593" y="0"/>
                  </a:moveTo>
                  <a:cubicBezTo>
                    <a:pt x="268" y="0"/>
                    <a:pt x="1" y="264"/>
                    <a:pt x="1" y="592"/>
                  </a:cubicBezTo>
                  <a:lnTo>
                    <a:pt x="4704" y="592"/>
                  </a:lnTo>
                  <a:cubicBezTo>
                    <a:pt x="4704" y="264"/>
                    <a:pt x="4439" y="0"/>
                    <a:pt x="4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988278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1782374" y="4429261"/>
              <a:ext cx="119010" cy="173298"/>
            </a:xfrm>
            <a:custGeom>
              <a:avLst/>
              <a:gdLst/>
              <a:ahLst/>
              <a:cxnLst/>
              <a:rect l="l" t="t" r="r" b="b"/>
              <a:pathLst>
                <a:path w="730" h="1063" extrusionOk="0">
                  <a:moveTo>
                    <a:pt x="0" y="1"/>
                  </a:moveTo>
                  <a:lnTo>
                    <a:pt x="0" y="700"/>
                  </a:lnTo>
                  <a:cubicBezTo>
                    <a:pt x="0" y="898"/>
                    <a:pt x="163" y="1063"/>
                    <a:pt x="366" y="1063"/>
                  </a:cubicBezTo>
                  <a:cubicBezTo>
                    <a:pt x="565" y="1063"/>
                    <a:pt x="730" y="903"/>
                    <a:pt x="730" y="700"/>
                  </a:cubicBezTo>
                  <a:cubicBezTo>
                    <a:pt x="730" y="499"/>
                    <a:pt x="567" y="334"/>
                    <a:pt x="366" y="334"/>
                  </a:cubicBezTo>
                  <a:cubicBezTo>
                    <a:pt x="342" y="334"/>
                    <a:pt x="314" y="334"/>
                    <a:pt x="289" y="34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1340412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49"/>
          <p:cNvGrpSpPr/>
          <p:nvPr/>
        </p:nvGrpSpPr>
        <p:grpSpPr>
          <a:xfrm flipH="1">
            <a:off x="4443616" y="3699495"/>
            <a:ext cx="677202" cy="909152"/>
            <a:chOff x="4504350" y="3581675"/>
            <a:chExt cx="764854" cy="1026827"/>
          </a:xfrm>
        </p:grpSpPr>
        <p:sp>
          <p:nvSpPr>
            <p:cNvPr id="1022" name="Google Shape;1022;p49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49"/>
          <p:cNvSpPr txBox="1">
            <a:spLocks noGrp="1"/>
          </p:cNvSpPr>
          <p:nvPr>
            <p:ph type="title" idx="2"/>
          </p:nvPr>
        </p:nvSpPr>
        <p:spPr>
          <a:xfrm flipH="1">
            <a:off x="673531" y="671228"/>
            <a:ext cx="127231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025" name="Google Shape;1025;p49"/>
          <p:cNvGrpSpPr/>
          <p:nvPr/>
        </p:nvGrpSpPr>
        <p:grpSpPr>
          <a:xfrm>
            <a:off x="4443626" y="1364251"/>
            <a:ext cx="677178" cy="509980"/>
            <a:chOff x="3310500" y="2299375"/>
            <a:chExt cx="276625" cy="208325"/>
          </a:xfrm>
        </p:grpSpPr>
        <p:sp>
          <p:nvSpPr>
            <p:cNvPr id="1026" name="Google Shape;1026;p49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9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1041;p49"/>
          <p:cNvGrpSpPr/>
          <p:nvPr/>
        </p:nvGrpSpPr>
        <p:grpSpPr>
          <a:xfrm>
            <a:off x="6520772" y="0"/>
            <a:ext cx="1053602" cy="1107994"/>
            <a:chOff x="7539975" y="0"/>
            <a:chExt cx="1204804" cy="1267003"/>
          </a:xfrm>
        </p:grpSpPr>
        <p:sp>
          <p:nvSpPr>
            <p:cNvPr id="1042" name="Google Shape;1042;p49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9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9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1008;p49"/>
          <p:cNvSpPr txBox="1">
            <a:spLocks noGrp="1"/>
          </p:cNvSpPr>
          <p:nvPr>
            <p:ph type="title"/>
          </p:nvPr>
        </p:nvSpPr>
        <p:spPr>
          <a:xfrm flipH="1">
            <a:off x="673531" y="2092326"/>
            <a:ext cx="3342513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200" dirty="0"/>
              <a:t>Bivariate Charts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3935" y="3044041"/>
            <a:ext cx="292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Kashif Ali</a:t>
            </a:r>
          </a:p>
        </p:txBody>
      </p:sp>
    </p:spTree>
    <p:extLst>
      <p:ext uri="{BB962C8B-B14F-4D97-AF65-F5344CB8AC3E}">
        <p14:creationId xmlns:p14="http://schemas.microsoft.com/office/powerpoint/2010/main" val="303370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59964" y="164911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Bivariate Charts</a:t>
            </a: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995" y="1379474"/>
            <a:ext cx="5251428" cy="370244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7" name="TextBox 96"/>
          <p:cNvSpPr txBox="1"/>
          <p:nvPr/>
        </p:nvSpPr>
        <p:spPr>
          <a:xfrm>
            <a:off x="1221483" y="851954"/>
            <a:ext cx="33211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Be Vietnam Pro Black" panose="020B0604020202020204" charset="0"/>
              </a:rPr>
              <a:t>1. Box Plot</a:t>
            </a:r>
          </a:p>
        </p:txBody>
      </p:sp>
    </p:spTree>
    <p:extLst>
      <p:ext uri="{BB962C8B-B14F-4D97-AF65-F5344CB8AC3E}">
        <p14:creationId xmlns:p14="http://schemas.microsoft.com/office/powerpoint/2010/main" val="52345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59964" y="164911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Bivariate Charts</a:t>
            </a: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928" y="1302502"/>
            <a:ext cx="5172071" cy="37024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7" name="TextBox 96"/>
          <p:cNvSpPr txBox="1"/>
          <p:nvPr/>
        </p:nvSpPr>
        <p:spPr>
          <a:xfrm>
            <a:off x="1559964" y="834455"/>
            <a:ext cx="33211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Be Vietnam Pro Black" panose="020B0604020202020204" charset="0"/>
              </a:rPr>
              <a:t>2. Scatter Plot</a:t>
            </a:r>
          </a:p>
        </p:txBody>
      </p:sp>
    </p:spTree>
    <p:extLst>
      <p:ext uri="{BB962C8B-B14F-4D97-AF65-F5344CB8AC3E}">
        <p14:creationId xmlns:p14="http://schemas.microsoft.com/office/powerpoint/2010/main" val="24997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49"/>
          <p:cNvGrpSpPr/>
          <p:nvPr/>
        </p:nvGrpSpPr>
        <p:grpSpPr>
          <a:xfrm flipH="1">
            <a:off x="5588610" y="3147226"/>
            <a:ext cx="271844" cy="269041"/>
            <a:chOff x="12438923" y="3256856"/>
            <a:chExt cx="312969" cy="309741"/>
          </a:xfrm>
        </p:grpSpPr>
        <p:sp>
          <p:nvSpPr>
            <p:cNvPr id="975" name="Google Shape;975;p49"/>
            <p:cNvSpPr/>
            <p:nvPr/>
          </p:nvSpPr>
          <p:spPr>
            <a:xfrm>
              <a:off x="12438923" y="3256856"/>
              <a:ext cx="253131" cy="309741"/>
            </a:xfrm>
            <a:custGeom>
              <a:avLst/>
              <a:gdLst/>
              <a:ahLst/>
              <a:cxnLst/>
              <a:rect l="l" t="t" r="r" b="b"/>
              <a:pathLst>
                <a:path w="1726" h="2112" extrusionOk="0">
                  <a:moveTo>
                    <a:pt x="37" y="0"/>
                  </a:moveTo>
                  <a:cubicBezTo>
                    <a:pt x="19" y="0"/>
                    <a:pt x="1" y="14"/>
                    <a:pt x="1" y="36"/>
                  </a:cubicBezTo>
                  <a:lnTo>
                    <a:pt x="1" y="2111"/>
                  </a:lnTo>
                  <a:lnTo>
                    <a:pt x="1726" y="2111"/>
                  </a:lnTo>
                  <a:lnTo>
                    <a:pt x="1726" y="36"/>
                  </a:lnTo>
                  <a:cubicBezTo>
                    <a:pt x="1726" y="18"/>
                    <a:pt x="1711" y="0"/>
                    <a:pt x="169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12666097" y="3338251"/>
              <a:ext cx="85795" cy="140498"/>
            </a:xfrm>
            <a:custGeom>
              <a:avLst/>
              <a:gdLst/>
              <a:ahLst/>
              <a:cxnLst/>
              <a:rect l="l" t="t" r="r" b="b"/>
              <a:pathLst>
                <a:path w="585" h="958" fill="none" extrusionOk="0">
                  <a:moveTo>
                    <a:pt x="130" y="1"/>
                  </a:moveTo>
                  <a:lnTo>
                    <a:pt x="437" y="1"/>
                  </a:lnTo>
                  <a:cubicBezTo>
                    <a:pt x="520" y="1"/>
                    <a:pt x="585" y="69"/>
                    <a:pt x="585" y="149"/>
                  </a:cubicBezTo>
                  <a:lnTo>
                    <a:pt x="585" y="806"/>
                  </a:lnTo>
                  <a:cubicBezTo>
                    <a:pt x="585" y="889"/>
                    <a:pt x="520" y="957"/>
                    <a:pt x="437" y="957"/>
                  </a:cubicBezTo>
                  <a:lnTo>
                    <a:pt x="0" y="957"/>
                  </a:lnTo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49"/>
          <p:cNvGrpSpPr/>
          <p:nvPr/>
        </p:nvGrpSpPr>
        <p:grpSpPr>
          <a:xfrm flipH="1">
            <a:off x="5800463" y="2422266"/>
            <a:ext cx="1186225" cy="991200"/>
            <a:chOff x="11142316" y="2422225"/>
            <a:chExt cx="1365675" cy="1141146"/>
          </a:xfrm>
        </p:grpSpPr>
        <p:sp>
          <p:nvSpPr>
            <p:cNvPr id="978" name="Google Shape;978;p49"/>
            <p:cNvSpPr/>
            <p:nvPr/>
          </p:nvSpPr>
          <p:spPr>
            <a:xfrm>
              <a:off x="11638168" y="2722287"/>
              <a:ext cx="321913" cy="831548"/>
            </a:xfrm>
            <a:custGeom>
              <a:avLst/>
              <a:gdLst/>
              <a:ahLst/>
              <a:cxnLst/>
              <a:rect l="l" t="t" r="r" b="b"/>
              <a:pathLst>
                <a:path w="2195" h="5670" extrusionOk="0">
                  <a:moveTo>
                    <a:pt x="2018" y="0"/>
                  </a:moveTo>
                  <a:lnTo>
                    <a:pt x="1148" y="267"/>
                  </a:lnTo>
                  <a:lnTo>
                    <a:pt x="1" y="5399"/>
                  </a:lnTo>
                  <a:lnTo>
                    <a:pt x="178" y="5670"/>
                  </a:lnTo>
                  <a:lnTo>
                    <a:pt x="1224" y="5670"/>
                  </a:lnTo>
                  <a:lnTo>
                    <a:pt x="2195" y="267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11638168" y="2722287"/>
              <a:ext cx="296101" cy="791804"/>
            </a:xfrm>
            <a:custGeom>
              <a:avLst/>
              <a:gdLst/>
              <a:ahLst/>
              <a:cxnLst/>
              <a:rect l="l" t="t" r="r" b="b"/>
              <a:pathLst>
                <a:path w="2019" h="5399" extrusionOk="0">
                  <a:moveTo>
                    <a:pt x="972" y="0"/>
                  </a:moveTo>
                  <a:lnTo>
                    <a:pt x="1" y="5399"/>
                  </a:lnTo>
                  <a:lnTo>
                    <a:pt x="1044" y="5399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rgbClr val="353535">
                <a:alpha val="3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11142316" y="2422225"/>
              <a:ext cx="1365675" cy="831548"/>
            </a:xfrm>
            <a:custGeom>
              <a:avLst/>
              <a:gdLst/>
              <a:ahLst/>
              <a:cxnLst/>
              <a:rect l="l" t="t" r="r" b="b"/>
              <a:pathLst>
                <a:path w="9312" h="5670" extrusionOk="0">
                  <a:moveTo>
                    <a:pt x="9134" y="0"/>
                  </a:moveTo>
                  <a:lnTo>
                    <a:pt x="1152" y="263"/>
                  </a:lnTo>
                  <a:lnTo>
                    <a:pt x="0" y="5402"/>
                  </a:lnTo>
                  <a:lnTo>
                    <a:pt x="181" y="5669"/>
                  </a:lnTo>
                  <a:lnTo>
                    <a:pt x="8340" y="5669"/>
                  </a:lnTo>
                  <a:lnTo>
                    <a:pt x="9311" y="263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11142316" y="2422225"/>
              <a:ext cx="1339716" cy="792390"/>
            </a:xfrm>
            <a:custGeom>
              <a:avLst/>
              <a:gdLst/>
              <a:ahLst/>
              <a:cxnLst/>
              <a:rect l="l" t="t" r="r" b="b"/>
              <a:pathLst>
                <a:path w="9135" h="5403" extrusionOk="0">
                  <a:moveTo>
                    <a:pt x="971" y="0"/>
                  </a:moveTo>
                  <a:lnTo>
                    <a:pt x="0" y="5402"/>
                  </a:lnTo>
                  <a:lnTo>
                    <a:pt x="8163" y="5402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11197313" y="2454490"/>
              <a:ext cx="1230163" cy="727861"/>
            </a:xfrm>
            <a:custGeom>
              <a:avLst/>
              <a:gdLst/>
              <a:ahLst/>
              <a:cxnLst/>
              <a:rect l="l" t="t" r="r" b="b"/>
              <a:pathLst>
                <a:path w="8388" h="4963" extrusionOk="0">
                  <a:moveTo>
                    <a:pt x="892" y="0"/>
                  </a:moveTo>
                  <a:lnTo>
                    <a:pt x="1" y="4962"/>
                  </a:lnTo>
                  <a:lnTo>
                    <a:pt x="7493" y="4962"/>
                  </a:lnTo>
                  <a:lnTo>
                    <a:pt x="83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11409088" y="3513948"/>
              <a:ext cx="637373" cy="49424"/>
            </a:xfrm>
            <a:custGeom>
              <a:avLst/>
              <a:gdLst/>
              <a:ahLst/>
              <a:cxnLst/>
              <a:rect l="l" t="t" r="r" b="b"/>
              <a:pathLst>
                <a:path w="4346" h="337" extrusionOk="0">
                  <a:moveTo>
                    <a:pt x="0" y="1"/>
                  </a:moveTo>
                  <a:lnTo>
                    <a:pt x="0" y="337"/>
                  </a:lnTo>
                  <a:lnTo>
                    <a:pt x="4345" y="337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49"/>
          <p:cNvGrpSpPr/>
          <p:nvPr/>
        </p:nvGrpSpPr>
        <p:grpSpPr>
          <a:xfrm flipH="1">
            <a:off x="6733108" y="3386714"/>
            <a:ext cx="628908" cy="29554"/>
            <a:chOff x="10885664" y="3532573"/>
            <a:chExt cx="724048" cy="34025"/>
          </a:xfrm>
        </p:grpSpPr>
        <p:sp>
          <p:nvSpPr>
            <p:cNvPr id="985" name="Google Shape;985;p49"/>
            <p:cNvSpPr/>
            <p:nvPr/>
          </p:nvSpPr>
          <p:spPr>
            <a:xfrm>
              <a:off x="10885664" y="3542546"/>
              <a:ext cx="724048" cy="24052"/>
            </a:xfrm>
            <a:custGeom>
              <a:avLst/>
              <a:gdLst/>
              <a:ahLst/>
              <a:cxnLst/>
              <a:rect l="l" t="t" r="r" b="b"/>
              <a:pathLst>
                <a:path w="4937" h="164" extrusionOk="0">
                  <a:moveTo>
                    <a:pt x="0" y="1"/>
                  </a:moveTo>
                  <a:lnTo>
                    <a:pt x="0" y="163"/>
                  </a:lnTo>
                  <a:lnTo>
                    <a:pt x="4937" y="163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109232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109745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1102528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1107661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11127944" y="3532573"/>
              <a:ext cx="36664" cy="20679"/>
            </a:xfrm>
            <a:custGeom>
              <a:avLst/>
              <a:gdLst/>
              <a:ahLst/>
              <a:cxnLst/>
              <a:rect l="l" t="t" r="r" b="b"/>
              <a:pathLst>
                <a:path w="250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0" y="14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111788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11230165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112809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113322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11383716" y="3532573"/>
              <a:ext cx="37104" cy="20679"/>
            </a:xfrm>
            <a:custGeom>
              <a:avLst/>
              <a:gdLst/>
              <a:ahLst/>
              <a:cxnLst/>
              <a:rect l="l" t="t" r="r" b="b"/>
              <a:pathLst>
                <a:path w="253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1143446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1148579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115365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49"/>
          <p:cNvGrpSpPr/>
          <p:nvPr/>
        </p:nvGrpSpPr>
        <p:grpSpPr>
          <a:xfrm flipH="1">
            <a:off x="5422116" y="3416141"/>
            <a:ext cx="2622780" cy="1125462"/>
            <a:chOff x="9924025" y="3566451"/>
            <a:chExt cx="3019548" cy="1295719"/>
          </a:xfrm>
        </p:grpSpPr>
        <p:sp>
          <p:nvSpPr>
            <p:cNvPr id="1000" name="Google Shape;1000;p49"/>
            <p:cNvSpPr/>
            <p:nvPr/>
          </p:nvSpPr>
          <p:spPr>
            <a:xfrm>
              <a:off x="9924025" y="3622035"/>
              <a:ext cx="290089" cy="1240136"/>
            </a:xfrm>
            <a:custGeom>
              <a:avLst/>
              <a:gdLst/>
              <a:ahLst/>
              <a:cxnLst/>
              <a:rect l="l" t="t" r="r" b="b"/>
              <a:pathLst>
                <a:path w="1978" h="8456" extrusionOk="0">
                  <a:moveTo>
                    <a:pt x="1591" y="0"/>
                  </a:moveTo>
                  <a:lnTo>
                    <a:pt x="0" y="8455"/>
                  </a:lnTo>
                  <a:lnTo>
                    <a:pt x="386" y="8455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10235087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" y="0"/>
                  </a:moveTo>
                  <a:lnTo>
                    <a:pt x="1600" y="8455"/>
                  </a:lnTo>
                  <a:lnTo>
                    <a:pt x="1986" y="8455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058951" y="4301061"/>
              <a:ext cx="342592" cy="48250"/>
            </a:xfrm>
            <a:custGeom>
              <a:avLst/>
              <a:gdLst/>
              <a:ahLst/>
              <a:cxnLst/>
              <a:rect l="l" t="t" r="r" b="b"/>
              <a:pathLst>
                <a:path w="2336" h="329" extrusionOk="0">
                  <a:moveTo>
                    <a:pt x="0" y="0"/>
                  </a:moveTo>
                  <a:lnTo>
                    <a:pt x="0" y="329"/>
                  </a:lnTo>
                  <a:lnTo>
                    <a:pt x="2335" y="329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2340516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596" y="0"/>
                  </a:moveTo>
                  <a:lnTo>
                    <a:pt x="1" y="8455"/>
                  </a:lnTo>
                  <a:lnTo>
                    <a:pt x="387" y="8455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2652751" y="3622035"/>
              <a:ext cx="290822" cy="1240136"/>
            </a:xfrm>
            <a:custGeom>
              <a:avLst/>
              <a:gdLst/>
              <a:ahLst/>
              <a:cxnLst/>
              <a:rect l="l" t="t" r="r" b="b"/>
              <a:pathLst>
                <a:path w="1983" h="8456" extrusionOk="0">
                  <a:moveTo>
                    <a:pt x="1" y="0"/>
                  </a:moveTo>
                  <a:lnTo>
                    <a:pt x="1592" y="8455"/>
                  </a:lnTo>
                  <a:lnTo>
                    <a:pt x="1982" y="845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032406" y="3566451"/>
              <a:ext cx="2795732" cy="61449"/>
            </a:xfrm>
            <a:custGeom>
              <a:avLst/>
              <a:gdLst/>
              <a:ahLst/>
              <a:cxnLst/>
              <a:rect l="l" t="t" r="r" b="b"/>
              <a:pathLst>
                <a:path w="19063" h="419" extrusionOk="0">
                  <a:moveTo>
                    <a:pt x="1" y="0"/>
                  </a:moveTo>
                  <a:lnTo>
                    <a:pt x="1" y="419"/>
                  </a:lnTo>
                  <a:lnTo>
                    <a:pt x="19062" y="419"/>
                  </a:lnTo>
                  <a:lnTo>
                    <a:pt x="19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2476028" y="4301061"/>
              <a:ext cx="343179" cy="48250"/>
            </a:xfrm>
            <a:custGeom>
              <a:avLst/>
              <a:gdLst/>
              <a:ahLst/>
              <a:cxnLst/>
              <a:rect l="l" t="t" r="r" b="b"/>
              <a:pathLst>
                <a:path w="2340" h="329" extrusionOk="0">
                  <a:moveTo>
                    <a:pt x="1" y="0"/>
                  </a:moveTo>
                  <a:lnTo>
                    <a:pt x="1" y="329"/>
                  </a:lnTo>
                  <a:lnTo>
                    <a:pt x="2339" y="329"/>
                  </a:lnTo>
                  <a:lnTo>
                    <a:pt x="2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49"/>
          <p:cNvGrpSpPr/>
          <p:nvPr/>
        </p:nvGrpSpPr>
        <p:grpSpPr>
          <a:xfrm flipH="1">
            <a:off x="6669728" y="2422235"/>
            <a:ext cx="1552334" cy="2180324"/>
            <a:chOff x="568488" y="2422235"/>
            <a:chExt cx="1552334" cy="2180324"/>
          </a:xfrm>
        </p:grpSpPr>
        <p:sp>
          <p:nvSpPr>
            <p:cNvPr id="1010" name="Google Shape;1010;p49"/>
            <p:cNvSpPr/>
            <p:nvPr/>
          </p:nvSpPr>
          <p:spPr>
            <a:xfrm>
              <a:off x="686029" y="2422235"/>
              <a:ext cx="973600" cy="1048104"/>
            </a:xfrm>
            <a:custGeom>
              <a:avLst/>
              <a:gdLst/>
              <a:ahLst/>
              <a:cxnLst/>
              <a:rect l="l" t="t" r="r" b="b"/>
              <a:pathLst>
                <a:path w="5972" h="6429" extrusionOk="0">
                  <a:moveTo>
                    <a:pt x="586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6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5" y="5887"/>
                  </a:lnTo>
                  <a:cubicBezTo>
                    <a:pt x="1426" y="6198"/>
                    <a:pt x="1684" y="6429"/>
                    <a:pt x="1992" y="6429"/>
                  </a:cubicBezTo>
                  <a:lnTo>
                    <a:pt x="5333" y="6429"/>
                  </a:lnTo>
                  <a:cubicBezTo>
                    <a:pt x="5335" y="6429"/>
                    <a:pt x="5336" y="6429"/>
                    <a:pt x="5338" y="6429"/>
                  </a:cubicBezTo>
                  <a:cubicBezTo>
                    <a:pt x="5696" y="6429"/>
                    <a:pt x="5971" y="6119"/>
                    <a:pt x="5936" y="5765"/>
                  </a:cubicBezTo>
                  <a:lnTo>
                    <a:pt x="5732" y="3751"/>
                  </a:lnTo>
                  <a:cubicBezTo>
                    <a:pt x="5677" y="3206"/>
                    <a:pt x="5539" y="2675"/>
                    <a:pt x="5325" y="2172"/>
                  </a:cubicBezTo>
                  <a:lnTo>
                    <a:pt x="4524" y="298"/>
                  </a:lnTo>
                  <a:cubicBezTo>
                    <a:pt x="4450" y="119"/>
                    <a:pt x="4271" y="1"/>
                    <a:pt x="4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568487" y="2422235"/>
              <a:ext cx="973111" cy="1048104"/>
            </a:xfrm>
            <a:custGeom>
              <a:avLst/>
              <a:gdLst/>
              <a:ahLst/>
              <a:cxnLst/>
              <a:rect l="l" t="t" r="r" b="b"/>
              <a:pathLst>
                <a:path w="5969" h="6429" extrusionOk="0">
                  <a:moveTo>
                    <a:pt x="584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3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3" y="5887"/>
                  </a:lnTo>
                  <a:cubicBezTo>
                    <a:pt x="1423" y="6198"/>
                    <a:pt x="1682" y="6429"/>
                    <a:pt x="1993" y="6429"/>
                  </a:cubicBezTo>
                  <a:lnTo>
                    <a:pt x="5330" y="6429"/>
                  </a:lnTo>
                  <a:cubicBezTo>
                    <a:pt x="5332" y="6429"/>
                    <a:pt x="5333" y="6429"/>
                    <a:pt x="5335" y="6429"/>
                  </a:cubicBezTo>
                  <a:cubicBezTo>
                    <a:pt x="5691" y="6429"/>
                    <a:pt x="5969" y="6119"/>
                    <a:pt x="5933" y="5765"/>
                  </a:cubicBezTo>
                  <a:lnTo>
                    <a:pt x="5729" y="3751"/>
                  </a:lnTo>
                  <a:cubicBezTo>
                    <a:pt x="5674" y="3206"/>
                    <a:pt x="5537" y="2675"/>
                    <a:pt x="5325" y="2172"/>
                  </a:cubicBezTo>
                  <a:lnTo>
                    <a:pt x="4524" y="298"/>
                  </a:lnTo>
                  <a:cubicBezTo>
                    <a:pt x="4447" y="119"/>
                    <a:pt x="4268" y="1"/>
                    <a:pt x="40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808950" y="3470662"/>
              <a:ext cx="1257594" cy="187645"/>
            </a:xfrm>
            <a:custGeom>
              <a:avLst/>
              <a:gdLst/>
              <a:ahLst/>
              <a:cxnLst/>
              <a:rect l="l" t="t" r="r" b="b"/>
              <a:pathLst>
                <a:path w="7714" h="1151" extrusionOk="0">
                  <a:moveTo>
                    <a:pt x="259" y="0"/>
                  </a:moveTo>
                  <a:cubicBezTo>
                    <a:pt x="116" y="0"/>
                    <a:pt x="0" y="113"/>
                    <a:pt x="0" y="256"/>
                  </a:cubicBezTo>
                  <a:lnTo>
                    <a:pt x="0" y="471"/>
                  </a:lnTo>
                  <a:cubicBezTo>
                    <a:pt x="0" y="845"/>
                    <a:pt x="306" y="1151"/>
                    <a:pt x="683" y="1151"/>
                  </a:cubicBezTo>
                  <a:lnTo>
                    <a:pt x="7031" y="1151"/>
                  </a:lnTo>
                  <a:cubicBezTo>
                    <a:pt x="7405" y="1151"/>
                    <a:pt x="7713" y="845"/>
                    <a:pt x="7713" y="471"/>
                  </a:cubicBezTo>
                  <a:lnTo>
                    <a:pt x="7713" y="256"/>
                  </a:lnTo>
                  <a:cubicBezTo>
                    <a:pt x="7713" y="113"/>
                    <a:pt x="7598" y="0"/>
                    <a:pt x="7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1767050" y="3163845"/>
              <a:ext cx="211936" cy="507016"/>
            </a:xfrm>
            <a:custGeom>
              <a:avLst/>
              <a:gdLst/>
              <a:ahLst/>
              <a:cxnLst/>
              <a:rect l="l" t="t" r="r" b="b"/>
              <a:pathLst>
                <a:path w="1300" h="3110" extrusionOk="0">
                  <a:moveTo>
                    <a:pt x="942" y="0"/>
                  </a:moveTo>
                  <a:lnTo>
                    <a:pt x="1" y="3110"/>
                  </a:lnTo>
                  <a:lnTo>
                    <a:pt x="359" y="311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1580060" y="3089831"/>
              <a:ext cx="540762" cy="74178"/>
            </a:xfrm>
            <a:custGeom>
              <a:avLst/>
              <a:gdLst/>
              <a:ahLst/>
              <a:cxnLst/>
              <a:rect l="l" t="t" r="r" b="b"/>
              <a:pathLst>
                <a:path w="3317" h="455" extrusionOk="0">
                  <a:moveTo>
                    <a:pt x="226" y="0"/>
                  </a:moveTo>
                  <a:cubicBezTo>
                    <a:pt x="102" y="0"/>
                    <a:pt x="0" y="102"/>
                    <a:pt x="0" y="226"/>
                  </a:cubicBezTo>
                  <a:cubicBezTo>
                    <a:pt x="0" y="350"/>
                    <a:pt x="102" y="454"/>
                    <a:pt x="226" y="454"/>
                  </a:cubicBezTo>
                  <a:lnTo>
                    <a:pt x="3316" y="454"/>
                  </a:lnTo>
                  <a:cubicBezTo>
                    <a:pt x="3316" y="204"/>
                    <a:pt x="3113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1031479" y="3658143"/>
              <a:ext cx="826875" cy="60320"/>
            </a:xfrm>
            <a:custGeom>
              <a:avLst/>
              <a:gdLst/>
              <a:ahLst/>
              <a:cxnLst/>
              <a:rect l="l" t="t" r="r" b="b"/>
              <a:pathLst>
                <a:path w="5072" h="370" extrusionOk="0">
                  <a:moveTo>
                    <a:pt x="0" y="1"/>
                  </a:moveTo>
                  <a:cubicBezTo>
                    <a:pt x="0" y="204"/>
                    <a:pt x="165" y="369"/>
                    <a:pt x="369" y="369"/>
                  </a:cubicBezTo>
                  <a:lnTo>
                    <a:pt x="4703" y="369"/>
                  </a:lnTo>
                  <a:cubicBezTo>
                    <a:pt x="4906" y="369"/>
                    <a:pt x="5071" y="204"/>
                    <a:pt x="5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1375952" y="3718300"/>
              <a:ext cx="137921" cy="692704"/>
            </a:xfrm>
            <a:custGeom>
              <a:avLst/>
              <a:gdLst/>
              <a:ahLst/>
              <a:cxnLst/>
              <a:rect l="l" t="t" r="r" b="b"/>
              <a:pathLst>
                <a:path w="846" h="4249" extrusionOk="0">
                  <a:moveTo>
                    <a:pt x="0" y="0"/>
                  </a:moveTo>
                  <a:lnTo>
                    <a:pt x="0" y="4249"/>
                  </a:lnTo>
                  <a:lnTo>
                    <a:pt x="845" y="4249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1060498" y="4332912"/>
              <a:ext cx="766881" cy="96512"/>
            </a:xfrm>
            <a:custGeom>
              <a:avLst/>
              <a:gdLst/>
              <a:ahLst/>
              <a:cxnLst/>
              <a:rect l="l" t="t" r="r" b="b"/>
              <a:pathLst>
                <a:path w="4704" h="592" extrusionOk="0">
                  <a:moveTo>
                    <a:pt x="593" y="0"/>
                  </a:moveTo>
                  <a:cubicBezTo>
                    <a:pt x="268" y="0"/>
                    <a:pt x="1" y="264"/>
                    <a:pt x="1" y="592"/>
                  </a:cubicBezTo>
                  <a:lnTo>
                    <a:pt x="4704" y="592"/>
                  </a:lnTo>
                  <a:cubicBezTo>
                    <a:pt x="4704" y="264"/>
                    <a:pt x="4439" y="0"/>
                    <a:pt x="4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988278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1782374" y="4429261"/>
              <a:ext cx="119010" cy="173298"/>
            </a:xfrm>
            <a:custGeom>
              <a:avLst/>
              <a:gdLst/>
              <a:ahLst/>
              <a:cxnLst/>
              <a:rect l="l" t="t" r="r" b="b"/>
              <a:pathLst>
                <a:path w="730" h="1063" extrusionOk="0">
                  <a:moveTo>
                    <a:pt x="0" y="1"/>
                  </a:moveTo>
                  <a:lnTo>
                    <a:pt x="0" y="700"/>
                  </a:lnTo>
                  <a:cubicBezTo>
                    <a:pt x="0" y="898"/>
                    <a:pt x="163" y="1063"/>
                    <a:pt x="366" y="1063"/>
                  </a:cubicBezTo>
                  <a:cubicBezTo>
                    <a:pt x="565" y="1063"/>
                    <a:pt x="730" y="903"/>
                    <a:pt x="730" y="700"/>
                  </a:cubicBezTo>
                  <a:cubicBezTo>
                    <a:pt x="730" y="499"/>
                    <a:pt x="567" y="334"/>
                    <a:pt x="366" y="334"/>
                  </a:cubicBezTo>
                  <a:cubicBezTo>
                    <a:pt x="342" y="334"/>
                    <a:pt x="314" y="334"/>
                    <a:pt x="289" y="34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1340412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49"/>
          <p:cNvGrpSpPr/>
          <p:nvPr/>
        </p:nvGrpSpPr>
        <p:grpSpPr>
          <a:xfrm flipH="1">
            <a:off x="4443616" y="3699495"/>
            <a:ext cx="677202" cy="909152"/>
            <a:chOff x="4504350" y="3581675"/>
            <a:chExt cx="764854" cy="1026827"/>
          </a:xfrm>
        </p:grpSpPr>
        <p:sp>
          <p:nvSpPr>
            <p:cNvPr id="1022" name="Google Shape;1022;p49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49"/>
          <p:cNvSpPr txBox="1">
            <a:spLocks noGrp="1"/>
          </p:cNvSpPr>
          <p:nvPr>
            <p:ph type="title" idx="2"/>
          </p:nvPr>
        </p:nvSpPr>
        <p:spPr>
          <a:xfrm flipH="1">
            <a:off x="673531" y="671228"/>
            <a:ext cx="127231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025" name="Google Shape;1025;p49"/>
          <p:cNvGrpSpPr/>
          <p:nvPr/>
        </p:nvGrpSpPr>
        <p:grpSpPr>
          <a:xfrm>
            <a:off x="4443626" y="1364251"/>
            <a:ext cx="677178" cy="509980"/>
            <a:chOff x="3310500" y="2299375"/>
            <a:chExt cx="276625" cy="208325"/>
          </a:xfrm>
        </p:grpSpPr>
        <p:sp>
          <p:nvSpPr>
            <p:cNvPr id="1026" name="Google Shape;1026;p49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9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1041;p49"/>
          <p:cNvGrpSpPr/>
          <p:nvPr/>
        </p:nvGrpSpPr>
        <p:grpSpPr>
          <a:xfrm>
            <a:off x="6520772" y="0"/>
            <a:ext cx="1053602" cy="1107994"/>
            <a:chOff x="7539975" y="0"/>
            <a:chExt cx="1204804" cy="1267003"/>
          </a:xfrm>
        </p:grpSpPr>
        <p:sp>
          <p:nvSpPr>
            <p:cNvPr id="1042" name="Google Shape;1042;p49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9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9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1008;p49"/>
          <p:cNvSpPr txBox="1">
            <a:spLocks noGrp="1"/>
          </p:cNvSpPr>
          <p:nvPr>
            <p:ph type="title"/>
          </p:nvPr>
        </p:nvSpPr>
        <p:spPr>
          <a:xfrm flipH="1">
            <a:off x="673530" y="2092326"/>
            <a:ext cx="3635122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200" dirty="0"/>
              <a:t>Multivariate Charts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3935" y="3044041"/>
            <a:ext cx="292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Junaid Ahmad</a:t>
            </a:r>
          </a:p>
        </p:txBody>
      </p:sp>
    </p:spTree>
    <p:extLst>
      <p:ext uri="{BB962C8B-B14F-4D97-AF65-F5344CB8AC3E}">
        <p14:creationId xmlns:p14="http://schemas.microsoft.com/office/powerpoint/2010/main" val="382681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59964" y="164911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Multivariate Charts</a:t>
            </a: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400" y="1480014"/>
            <a:ext cx="4992767" cy="35013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7" name="TextBox 96"/>
          <p:cNvSpPr txBox="1"/>
          <p:nvPr/>
        </p:nvSpPr>
        <p:spPr>
          <a:xfrm>
            <a:off x="1765381" y="957287"/>
            <a:ext cx="33211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Be Vietnam Pro Black" panose="020B0604020202020204" charset="0"/>
              </a:rPr>
              <a:t>1. HeatMap Chart</a:t>
            </a:r>
          </a:p>
        </p:txBody>
      </p:sp>
    </p:spTree>
    <p:extLst>
      <p:ext uri="{BB962C8B-B14F-4D97-AF65-F5344CB8AC3E}">
        <p14:creationId xmlns:p14="http://schemas.microsoft.com/office/powerpoint/2010/main" val="109991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345481" y="2650765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59964" y="164911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Multivariate Charts</a:t>
            </a: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119654" y="3425447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595699" y="2918865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913401" y="3351225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6" b="1814"/>
          <a:stretch/>
        </p:blipFill>
        <p:spPr>
          <a:xfrm>
            <a:off x="1483013" y="1442305"/>
            <a:ext cx="6088219" cy="349545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7" name="TextBox 96"/>
          <p:cNvSpPr txBox="1"/>
          <p:nvPr/>
        </p:nvSpPr>
        <p:spPr>
          <a:xfrm>
            <a:off x="1250645" y="951842"/>
            <a:ext cx="33211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Be Vietnam Pro Black" panose="020B0604020202020204" charset="0"/>
              </a:rPr>
              <a:t>2. Scatter Plot</a:t>
            </a:r>
          </a:p>
        </p:txBody>
      </p:sp>
    </p:spTree>
    <p:extLst>
      <p:ext uri="{BB962C8B-B14F-4D97-AF65-F5344CB8AC3E}">
        <p14:creationId xmlns:p14="http://schemas.microsoft.com/office/powerpoint/2010/main" val="403220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49"/>
          <p:cNvGrpSpPr/>
          <p:nvPr/>
        </p:nvGrpSpPr>
        <p:grpSpPr>
          <a:xfrm flipH="1">
            <a:off x="5588610" y="3147226"/>
            <a:ext cx="271844" cy="269041"/>
            <a:chOff x="12438923" y="3256856"/>
            <a:chExt cx="312969" cy="309741"/>
          </a:xfrm>
        </p:grpSpPr>
        <p:sp>
          <p:nvSpPr>
            <p:cNvPr id="975" name="Google Shape;975;p49"/>
            <p:cNvSpPr/>
            <p:nvPr/>
          </p:nvSpPr>
          <p:spPr>
            <a:xfrm>
              <a:off x="12438923" y="3256856"/>
              <a:ext cx="253131" cy="309741"/>
            </a:xfrm>
            <a:custGeom>
              <a:avLst/>
              <a:gdLst/>
              <a:ahLst/>
              <a:cxnLst/>
              <a:rect l="l" t="t" r="r" b="b"/>
              <a:pathLst>
                <a:path w="1726" h="2112" extrusionOk="0">
                  <a:moveTo>
                    <a:pt x="37" y="0"/>
                  </a:moveTo>
                  <a:cubicBezTo>
                    <a:pt x="19" y="0"/>
                    <a:pt x="1" y="14"/>
                    <a:pt x="1" y="36"/>
                  </a:cubicBezTo>
                  <a:lnTo>
                    <a:pt x="1" y="2111"/>
                  </a:lnTo>
                  <a:lnTo>
                    <a:pt x="1726" y="2111"/>
                  </a:lnTo>
                  <a:lnTo>
                    <a:pt x="1726" y="36"/>
                  </a:lnTo>
                  <a:cubicBezTo>
                    <a:pt x="1726" y="18"/>
                    <a:pt x="1711" y="0"/>
                    <a:pt x="169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12666097" y="3338251"/>
              <a:ext cx="85795" cy="140498"/>
            </a:xfrm>
            <a:custGeom>
              <a:avLst/>
              <a:gdLst/>
              <a:ahLst/>
              <a:cxnLst/>
              <a:rect l="l" t="t" r="r" b="b"/>
              <a:pathLst>
                <a:path w="585" h="958" fill="none" extrusionOk="0">
                  <a:moveTo>
                    <a:pt x="130" y="1"/>
                  </a:moveTo>
                  <a:lnTo>
                    <a:pt x="437" y="1"/>
                  </a:lnTo>
                  <a:cubicBezTo>
                    <a:pt x="520" y="1"/>
                    <a:pt x="585" y="69"/>
                    <a:pt x="585" y="149"/>
                  </a:cubicBezTo>
                  <a:lnTo>
                    <a:pt x="585" y="806"/>
                  </a:lnTo>
                  <a:cubicBezTo>
                    <a:pt x="585" y="889"/>
                    <a:pt x="520" y="957"/>
                    <a:pt x="437" y="957"/>
                  </a:cubicBezTo>
                  <a:lnTo>
                    <a:pt x="0" y="957"/>
                  </a:lnTo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49"/>
          <p:cNvGrpSpPr/>
          <p:nvPr/>
        </p:nvGrpSpPr>
        <p:grpSpPr>
          <a:xfrm flipH="1">
            <a:off x="5800463" y="2422266"/>
            <a:ext cx="1186225" cy="991200"/>
            <a:chOff x="11142316" y="2422225"/>
            <a:chExt cx="1365675" cy="1141146"/>
          </a:xfrm>
        </p:grpSpPr>
        <p:sp>
          <p:nvSpPr>
            <p:cNvPr id="978" name="Google Shape;978;p49"/>
            <p:cNvSpPr/>
            <p:nvPr/>
          </p:nvSpPr>
          <p:spPr>
            <a:xfrm>
              <a:off x="11638168" y="2722287"/>
              <a:ext cx="321913" cy="831548"/>
            </a:xfrm>
            <a:custGeom>
              <a:avLst/>
              <a:gdLst/>
              <a:ahLst/>
              <a:cxnLst/>
              <a:rect l="l" t="t" r="r" b="b"/>
              <a:pathLst>
                <a:path w="2195" h="5670" extrusionOk="0">
                  <a:moveTo>
                    <a:pt x="2018" y="0"/>
                  </a:moveTo>
                  <a:lnTo>
                    <a:pt x="1148" y="267"/>
                  </a:lnTo>
                  <a:lnTo>
                    <a:pt x="1" y="5399"/>
                  </a:lnTo>
                  <a:lnTo>
                    <a:pt x="178" y="5670"/>
                  </a:lnTo>
                  <a:lnTo>
                    <a:pt x="1224" y="5670"/>
                  </a:lnTo>
                  <a:lnTo>
                    <a:pt x="2195" y="267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11638168" y="2722287"/>
              <a:ext cx="296101" cy="791804"/>
            </a:xfrm>
            <a:custGeom>
              <a:avLst/>
              <a:gdLst/>
              <a:ahLst/>
              <a:cxnLst/>
              <a:rect l="l" t="t" r="r" b="b"/>
              <a:pathLst>
                <a:path w="2019" h="5399" extrusionOk="0">
                  <a:moveTo>
                    <a:pt x="972" y="0"/>
                  </a:moveTo>
                  <a:lnTo>
                    <a:pt x="1" y="5399"/>
                  </a:lnTo>
                  <a:lnTo>
                    <a:pt x="1044" y="5399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rgbClr val="353535">
                <a:alpha val="39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11142316" y="2422225"/>
              <a:ext cx="1365675" cy="831548"/>
            </a:xfrm>
            <a:custGeom>
              <a:avLst/>
              <a:gdLst/>
              <a:ahLst/>
              <a:cxnLst/>
              <a:rect l="l" t="t" r="r" b="b"/>
              <a:pathLst>
                <a:path w="9312" h="5670" extrusionOk="0">
                  <a:moveTo>
                    <a:pt x="9134" y="0"/>
                  </a:moveTo>
                  <a:lnTo>
                    <a:pt x="1152" y="263"/>
                  </a:lnTo>
                  <a:lnTo>
                    <a:pt x="0" y="5402"/>
                  </a:lnTo>
                  <a:lnTo>
                    <a:pt x="181" y="5669"/>
                  </a:lnTo>
                  <a:lnTo>
                    <a:pt x="8340" y="5669"/>
                  </a:lnTo>
                  <a:lnTo>
                    <a:pt x="9311" y="263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11142316" y="2422225"/>
              <a:ext cx="1339716" cy="792390"/>
            </a:xfrm>
            <a:custGeom>
              <a:avLst/>
              <a:gdLst/>
              <a:ahLst/>
              <a:cxnLst/>
              <a:rect l="l" t="t" r="r" b="b"/>
              <a:pathLst>
                <a:path w="9135" h="5403" extrusionOk="0">
                  <a:moveTo>
                    <a:pt x="971" y="0"/>
                  </a:moveTo>
                  <a:lnTo>
                    <a:pt x="0" y="5402"/>
                  </a:lnTo>
                  <a:lnTo>
                    <a:pt x="8163" y="5402"/>
                  </a:lnTo>
                  <a:lnTo>
                    <a:pt x="9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11197313" y="2454490"/>
              <a:ext cx="1230163" cy="727861"/>
            </a:xfrm>
            <a:custGeom>
              <a:avLst/>
              <a:gdLst/>
              <a:ahLst/>
              <a:cxnLst/>
              <a:rect l="l" t="t" r="r" b="b"/>
              <a:pathLst>
                <a:path w="8388" h="4963" extrusionOk="0">
                  <a:moveTo>
                    <a:pt x="892" y="0"/>
                  </a:moveTo>
                  <a:lnTo>
                    <a:pt x="1" y="4962"/>
                  </a:lnTo>
                  <a:lnTo>
                    <a:pt x="7493" y="4962"/>
                  </a:lnTo>
                  <a:lnTo>
                    <a:pt x="83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11409088" y="3513948"/>
              <a:ext cx="637373" cy="49424"/>
            </a:xfrm>
            <a:custGeom>
              <a:avLst/>
              <a:gdLst/>
              <a:ahLst/>
              <a:cxnLst/>
              <a:rect l="l" t="t" r="r" b="b"/>
              <a:pathLst>
                <a:path w="4346" h="337" extrusionOk="0">
                  <a:moveTo>
                    <a:pt x="0" y="1"/>
                  </a:moveTo>
                  <a:lnTo>
                    <a:pt x="0" y="337"/>
                  </a:lnTo>
                  <a:lnTo>
                    <a:pt x="4345" y="337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49"/>
          <p:cNvGrpSpPr/>
          <p:nvPr/>
        </p:nvGrpSpPr>
        <p:grpSpPr>
          <a:xfrm flipH="1">
            <a:off x="6733108" y="3386714"/>
            <a:ext cx="628908" cy="29554"/>
            <a:chOff x="10885664" y="3532573"/>
            <a:chExt cx="724048" cy="34025"/>
          </a:xfrm>
        </p:grpSpPr>
        <p:sp>
          <p:nvSpPr>
            <p:cNvPr id="985" name="Google Shape;985;p49"/>
            <p:cNvSpPr/>
            <p:nvPr/>
          </p:nvSpPr>
          <p:spPr>
            <a:xfrm>
              <a:off x="10885664" y="3542546"/>
              <a:ext cx="724048" cy="24052"/>
            </a:xfrm>
            <a:custGeom>
              <a:avLst/>
              <a:gdLst/>
              <a:ahLst/>
              <a:cxnLst/>
              <a:rect l="l" t="t" r="r" b="b"/>
              <a:pathLst>
                <a:path w="4937" h="164" extrusionOk="0">
                  <a:moveTo>
                    <a:pt x="0" y="1"/>
                  </a:moveTo>
                  <a:lnTo>
                    <a:pt x="0" y="163"/>
                  </a:lnTo>
                  <a:lnTo>
                    <a:pt x="4937" y="163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109232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109745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1102528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11076613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11127944" y="3532573"/>
              <a:ext cx="36664" cy="20679"/>
            </a:xfrm>
            <a:custGeom>
              <a:avLst/>
              <a:gdLst/>
              <a:ahLst/>
              <a:cxnLst/>
              <a:rect l="l" t="t" r="r" b="b"/>
              <a:pathLst>
                <a:path w="250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0" y="14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111788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11230165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1128090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11332239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11383716" y="3532573"/>
              <a:ext cx="37104" cy="20679"/>
            </a:xfrm>
            <a:custGeom>
              <a:avLst/>
              <a:gdLst/>
              <a:ahLst/>
              <a:cxnLst/>
              <a:rect l="l" t="t" r="r" b="b"/>
              <a:pathLst>
                <a:path w="253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1143446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0" y="0"/>
                  </a:moveTo>
                  <a:lnTo>
                    <a:pt x="0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11485790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3" y="14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11536534" y="3532573"/>
              <a:ext cx="37251" cy="20679"/>
            </a:xfrm>
            <a:custGeom>
              <a:avLst/>
              <a:gdLst/>
              <a:ahLst/>
              <a:cxnLst/>
              <a:rect l="l" t="t" r="r" b="b"/>
              <a:pathLst>
                <a:path w="254" h="141" extrusionOk="0">
                  <a:moveTo>
                    <a:pt x="1" y="0"/>
                  </a:moveTo>
                  <a:lnTo>
                    <a:pt x="1" y="141"/>
                  </a:lnTo>
                  <a:lnTo>
                    <a:pt x="254" y="141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49"/>
          <p:cNvGrpSpPr/>
          <p:nvPr/>
        </p:nvGrpSpPr>
        <p:grpSpPr>
          <a:xfrm flipH="1">
            <a:off x="5422116" y="3416141"/>
            <a:ext cx="2622780" cy="1125462"/>
            <a:chOff x="9924025" y="3566451"/>
            <a:chExt cx="3019548" cy="1295719"/>
          </a:xfrm>
        </p:grpSpPr>
        <p:sp>
          <p:nvSpPr>
            <p:cNvPr id="1000" name="Google Shape;1000;p49"/>
            <p:cNvSpPr/>
            <p:nvPr/>
          </p:nvSpPr>
          <p:spPr>
            <a:xfrm>
              <a:off x="9924025" y="3622035"/>
              <a:ext cx="290089" cy="1240136"/>
            </a:xfrm>
            <a:custGeom>
              <a:avLst/>
              <a:gdLst/>
              <a:ahLst/>
              <a:cxnLst/>
              <a:rect l="l" t="t" r="r" b="b"/>
              <a:pathLst>
                <a:path w="1978" h="8456" extrusionOk="0">
                  <a:moveTo>
                    <a:pt x="1591" y="0"/>
                  </a:moveTo>
                  <a:lnTo>
                    <a:pt x="0" y="8455"/>
                  </a:lnTo>
                  <a:lnTo>
                    <a:pt x="386" y="8455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10235087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" y="0"/>
                  </a:moveTo>
                  <a:lnTo>
                    <a:pt x="1600" y="8455"/>
                  </a:lnTo>
                  <a:lnTo>
                    <a:pt x="1986" y="8455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058951" y="4301061"/>
              <a:ext cx="342592" cy="48250"/>
            </a:xfrm>
            <a:custGeom>
              <a:avLst/>
              <a:gdLst/>
              <a:ahLst/>
              <a:cxnLst/>
              <a:rect l="l" t="t" r="r" b="b"/>
              <a:pathLst>
                <a:path w="2336" h="329" extrusionOk="0">
                  <a:moveTo>
                    <a:pt x="0" y="0"/>
                  </a:moveTo>
                  <a:lnTo>
                    <a:pt x="0" y="329"/>
                  </a:lnTo>
                  <a:lnTo>
                    <a:pt x="2335" y="329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2340516" y="3622035"/>
              <a:ext cx="291262" cy="1240136"/>
            </a:xfrm>
            <a:custGeom>
              <a:avLst/>
              <a:gdLst/>
              <a:ahLst/>
              <a:cxnLst/>
              <a:rect l="l" t="t" r="r" b="b"/>
              <a:pathLst>
                <a:path w="1986" h="8456" extrusionOk="0">
                  <a:moveTo>
                    <a:pt x="1596" y="0"/>
                  </a:moveTo>
                  <a:lnTo>
                    <a:pt x="1" y="8455"/>
                  </a:lnTo>
                  <a:lnTo>
                    <a:pt x="387" y="8455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2652751" y="3622035"/>
              <a:ext cx="290822" cy="1240136"/>
            </a:xfrm>
            <a:custGeom>
              <a:avLst/>
              <a:gdLst/>
              <a:ahLst/>
              <a:cxnLst/>
              <a:rect l="l" t="t" r="r" b="b"/>
              <a:pathLst>
                <a:path w="1983" h="8456" extrusionOk="0">
                  <a:moveTo>
                    <a:pt x="1" y="0"/>
                  </a:moveTo>
                  <a:lnTo>
                    <a:pt x="1592" y="8455"/>
                  </a:lnTo>
                  <a:lnTo>
                    <a:pt x="1982" y="845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032406" y="3566451"/>
              <a:ext cx="2795732" cy="61449"/>
            </a:xfrm>
            <a:custGeom>
              <a:avLst/>
              <a:gdLst/>
              <a:ahLst/>
              <a:cxnLst/>
              <a:rect l="l" t="t" r="r" b="b"/>
              <a:pathLst>
                <a:path w="19063" h="419" extrusionOk="0">
                  <a:moveTo>
                    <a:pt x="1" y="0"/>
                  </a:moveTo>
                  <a:lnTo>
                    <a:pt x="1" y="419"/>
                  </a:lnTo>
                  <a:lnTo>
                    <a:pt x="19062" y="419"/>
                  </a:lnTo>
                  <a:lnTo>
                    <a:pt x="19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2476028" y="4301061"/>
              <a:ext cx="343179" cy="48250"/>
            </a:xfrm>
            <a:custGeom>
              <a:avLst/>
              <a:gdLst/>
              <a:ahLst/>
              <a:cxnLst/>
              <a:rect l="l" t="t" r="r" b="b"/>
              <a:pathLst>
                <a:path w="2340" h="329" extrusionOk="0">
                  <a:moveTo>
                    <a:pt x="1" y="0"/>
                  </a:moveTo>
                  <a:lnTo>
                    <a:pt x="1" y="329"/>
                  </a:lnTo>
                  <a:lnTo>
                    <a:pt x="2339" y="329"/>
                  </a:lnTo>
                  <a:lnTo>
                    <a:pt x="2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8" name="Google Shape;1008;p49"/>
          <p:cNvSpPr txBox="1">
            <a:spLocks noGrp="1"/>
          </p:cNvSpPr>
          <p:nvPr>
            <p:ph type="title"/>
          </p:nvPr>
        </p:nvSpPr>
        <p:spPr>
          <a:xfrm flipH="1">
            <a:off x="673532" y="2092326"/>
            <a:ext cx="4024196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200" dirty="0"/>
              <a:t>Conclusion &amp; References</a:t>
            </a:r>
          </a:p>
        </p:txBody>
      </p:sp>
      <p:grpSp>
        <p:nvGrpSpPr>
          <p:cNvPr id="1009" name="Google Shape;1009;p49"/>
          <p:cNvGrpSpPr/>
          <p:nvPr/>
        </p:nvGrpSpPr>
        <p:grpSpPr>
          <a:xfrm flipH="1">
            <a:off x="6669728" y="2422235"/>
            <a:ext cx="1552334" cy="2180324"/>
            <a:chOff x="568488" y="2422235"/>
            <a:chExt cx="1552334" cy="2180324"/>
          </a:xfrm>
        </p:grpSpPr>
        <p:sp>
          <p:nvSpPr>
            <p:cNvPr id="1010" name="Google Shape;1010;p49"/>
            <p:cNvSpPr/>
            <p:nvPr/>
          </p:nvSpPr>
          <p:spPr>
            <a:xfrm>
              <a:off x="686029" y="2422235"/>
              <a:ext cx="973600" cy="1048104"/>
            </a:xfrm>
            <a:custGeom>
              <a:avLst/>
              <a:gdLst/>
              <a:ahLst/>
              <a:cxnLst/>
              <a:rect l="l" t="t" r="r" b="b"/>
              <a:pathLst>
                <a:path w="5972" h="6429" extrusionOk="0">
                  <a:moveTo>
                    <a:pt x="586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6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5" y="5887"/>
                  </a:lnTo>
                  <a:cubicBezTo>
                    <a:pt x="1426" y="6198"/>
                    <a:pt x="1684" y="6429"/>
                    <a:pt x="1992" y="6429"/>
                  </a:cubicBezTo>
                  <a:lnTo>
                    <a:pt x="5333" y="6429"/>
                  </a:lnTo>
                  <a:cubicBezTo>
                    <a:pt x="5335" y="6429"/>
                    <a:pt x="5336" y="6429"/>
                    <a:pt x="5338" y="6429"/>
                  </a:cubicBezTo>
                  <a:cubicBezTo>
                    <a:pt x="5696" y="6429"/>
                    <a:pt x="5971" y="6119"/>
                    <a:pt x="5936" y="5765"/>
                  </a:cubicBezTo>
                  <a:lnTo>
                    <a:pt x="5732" y="3751"/>
                  </a:lnTo>
                  <a:cubicBezTo>
                    <a:pt x="5677" y="3206"/>
                    <a:pt x="5539" y="2675"/>
                    <a:pt x="5325" y="2172"/>
                  </a:cubicBezTo>
                  <a:lnTo>
                    <a:pt x="4524" y="298"/>
                  </a:lnTo>
                  <a:cubicBezTo>
                    <a:pt x="4450" y="119"/>
                    <a:pt x="4271" y="1"/>
                    <a:pt x="4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568487" y="2422235"/>
              <a:ext cx="973111" cy="1048104"/>
            </a:xfrm>
            <a:custGeom>
              <a:avLst/>
              <a:gdLst/>
              <a:ahLst/>
              <a:cxnLst/>
              <a:rect l="l" t="t" r="r" b="b"/>
              <a:pathLst>
                <a:path w="5969" h="6429" extrusionOk="0">
                  <a:moveTo>
                    <a:pt x="584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3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3" y="5887"/>
                  </a:lnTo>
                  <a:cubicBezTo>
                    <a:pt x="1423" y="6198"/>
                    <a:pt x="1682" y="6429"/>
                    <a:pt x="1993" y="6429"/>
                  </a:cubicBezTo>
                  <a:lnTo>
                    <a:pt x="5330" y="6429"/>
                  </a:lnTo>
                  <a:cubicBezTo>
                    <a:pt x="5332" y="6429"/>
                    <a:pt x="5333" y="6429"/>
                    <a:pt x="5335" y="6429"/>
                  </a:cubicBezTo>
                  <a:cubicBezTo>
                    <a:pt x="5691" y="6429"/>
                    <a:pt x="5969" y="6119"/>
                    <a:pt x="5933" y="5765"/>
                  </a:cubicBezTo>
                  <a:lnTo>
                    <a:pt x="5729" y="3751"/>
                  </a:lnTo>
                  <a:cubicBezTo>
                    <a:pt x="5674" y="3206"/>
                    <a:pt x="5537" y="2675"/>
                    <a:pt x="5325" y="2172"/>
                  </a:cubicBezTo>
                  <a:lnTo>
                    <a:pt x="4524" y="298"/>
                  </a:lnTo>
                  <a:cubicBezTo>
                    <a:pt x="4447" y="119"/>
                    <a:pt x="4268" y="1"/>
                    <a:pt x="40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808950" y="3470662"/>
              <a:ext cx="1257594" cy="187645"/>
            </a:xfrm>
            <a:custGeom>
              <a:avLst/>
              <a:gdLst/>
              <a:ahLst/>
              <a:cxnLst/>
              <a:rect l="l" t="t" r="r" b="b"/>
              <a:pathLst>
                <a:path w="7714" h="1151" extrusionOk="0">
                  <a:moveTo>
                    <a:pt x="259" y="0"/>
                  </a:moveTo>
                  <a:cubicBezTo>
                    <a:pt x="116" y="0"/>
                    <a:pt x="0" y="113"/>
                    <a:pt x="0" y="256"/>
                  </a:cubicBezTo>
                  <a:lnTo>
                    <a:pt x="0" y="471"/>
                  </a:lnTo>
                  <a:cubicBezTo>
                    <a:pt x="0" y="845"/>
                    <a:pt x="306" y="1151"/>
                    <a:pt x="683" y="1151"/>
                  </a:cubicBezTo>
                  <a:lnTo>
                    <a:pt x="7031" y="1151"/>
                  </a:lnTo>
                  <a:cubicBezTo>
                    <a:pt x="7405" y="1151"/>
                    <a:pt x="7713" y="845"/>
                    <a:pt x="7713" y="471"/>
                  </a:cubicBezTo>
                  <a:lnTo>
                    <a:pt x="7713" y="256"/>
                  </a:lnTo>
                  <a:cubicBezTo>
                    <a:pt x="7713" y="113"/>
                    <a:pt x="7598" y="0"/>
                    <a:pt x="7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1767050" y="3163845"/>
              <a:ext cx="211936" cy="507016"/>
            </a:xfrm>
            <a:custGeom>
              <a:avLst/>
              <a:gdLst/>
              <a:ahLst/>
              <a:cxnLst/>
              <a:rect l="l" t="t" r="r" b="b"/>
              <a:pathLst>
                <a:path w="1300" h="3110" extrusionOk="0">
                  <a:moveTo>
                    <a:pt x="942" y="0"/>
                  </a:moveTo>
                  <a:lnTo>
                    <a:pt x="1" y="3110"/>
                  </a:lnTo>
                  <a:lnTo>
                    <a:pt x="359" y="311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1580060" y="3089831"/>
              <a:ext cx="540762" cy="74178"/>
            </a:xfrm>
            <a:custGeom>
              <a:avLst/>
              <a:gdLst/>
              <a:ahLst/>
              <a:cxnLst/>
              <a:rect l="l" t="t" r="r" b="b"/>
              <a:pathLst>
                <a:path w="3317" h="455" extrusionOk="0">
                  <a:moveTo>
                    <a:pt x="226" y="0"/>
                  </a:moveTo>
                  <a:cubicBezTo>
                    <a:pt x="102" y="0"/>
                    <a:pt x="0" y="102"/>
                    <a:pt x="0" y="226"/>
                  </a:cubicBezTo>
                  <a:cubicBezTo>
                    <a:pt x="0" y="350"/>
                    <a:pt x="102" y="454"/>
                    <a:pt x="226" y="454"/>
                  </a:cubicBezTo>
                  <a:lnTo>
                    <a:pt x="3316" y="454"/>
                  </a:lnTo>
                  <a:cubicBezTo>
                    <a:pt x="3316" y="204"/>
                    <a:pt x="3113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1031479" y="3658143"/>
              <a:ext cx="826875" cy="60320"/>
            </a:xfrm>
            <a:custGeom>
              <a:avLst/>
              <a:gdLst/>
              <a:ahLst/>
              <a:cxnLst/>
              <a:rect l="l" t="t" r="r" b="b"/>
              <a:pathLst>
                <a:path w="5072" h="370" extrusionOk="0">
                  <a:moveTo>
                    <a:pt x="0" y="1"/>
                  </a:moveTo>
                  <a:cubicBezTo>
                    <a:pt x="0" y="204"/>
                    <a:pt x="165" y="369"/>
                    <a:pt x="369" y="369"/>
                  </a:cubicBezTo>
                  <a:lnTo>
                    <a:pt x="4703" y="369"/>
                  </a:lnTo>
                  <a:cubicBezTo>
                    <a:pt x="4906" y="369"/>
                    <a:pt x="5071" y="204"/>
                    <a:pt x="5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1375952" y="3718300"/>
              <a:ext cx="137921" cy="692704"/>
            </a:xfrm>
            <a:custGeom>
              <a:avLst/>
              <a:gdLst/>
              <a:ahLst/>
              <a:cxnLst/>
              <a:rect l="l" t="t" r="r" b="b"/>
              <a:pathLst>
                <a:path w="846" h="4249" extrusionOk="0">
                  <a:moveTo>
                    <a:pt x="0" y="0"/>
                  </a:moveTo>
                  <a:lnTo>
                    <a:pt x="0" y="4249"/>
                  </a:lnTo>
                  <a:lnTo>
                    <a:pt x="845" y="4249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1060498" y="4332912"/>
              <a:ext cx="766881" cy="96512"/>
            </a:xfrm>
            <a:custGeom>
              <a:avLst/>
              <a:gdLst/>
              <a:ahLst/>
              <a:cxnLst/>
              <a:rect l="l" t="t" r="r" b="b"/>
              <a:pathLst>
                <a:path w="4704" h="592" extrusionOk="0">
                  <a:moveTo>
                    <a:pt x="593" y="0"/>
                  </a:moveTo>
                  <a:cubicBezTo>
                    <a:pt x="268" y="0"/>
                    <a:pt x="1" y="264"/>
                    <a:pt x="1" y="592"/>
                  </a:cubicBezTo>
                  <a:lnTo>
                    <a:pt x="4704" y="592"/>
                  </a:lnTo>
                  <a:cubicBezTo>
                    <a:pt x="4704" y="264"/>
                    <a:pt x="4439" y="0"/>
                    <a:pt x="4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988278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1782374" y="4429261"/>
              <a:ext cx="119010" cy="173298"/>
            </a:xfrm>
            <a:custGeom>
              <a:avLst/>
              <a:gdLst/>
              <a:ahLst/>
              <a:cxnLst/>
              <a:rect l="l" t="t" r="r" b="b"/>
              <a:pathLst>
                <a:path w="730" h="1063" extrusionOk="0">
                  <a:moveTo>
                    <a:pt x="0" y="1"/>
                  </a:moveTo>
                  <a:lnTo>
                    <a:pt x="0" y="700"/>
                  </a:lnTo>
                  <a:cubicBezTo>
                    <a:pt x="0" y="898"/>
                    <a:pt x="163" y="1063"/>
                    <a:pt x="366" y="1063"/>
                  </a:cubicBezTo>
                  <a:cubicBezTo>
                    <a:pt x="565" y="1063"/>
                    <a:pt x="730" y="903"/>
                    <a:pt x="730" y="700"/>
                  </a:cubicBezTo>
                  <a:cubicBezTo>
                    <a:pt x="730" y="499"/>
                    <a:pt x="567" y="334"/>
                    <a:pt x="366" y="334"/>
                  </a:cubicBezTo>
                  <a:cubicBezTo>
                    <a:pt x="342" y="334"/>
                    <a:pt x="314" y="334"/>
                    <a:pt x="289" y="34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1340412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49"/>
          <p:cNvGrpSpPr/>
          <p:nvPr/>
        </p:nvGrpSpPr>
        <p:grpSpPr>
          <a:xfrm flipH="1">
            <a:off x="4443616" y="3699495"/>
            <a:ext cx="677202" cy="909152"/>
            <a:chOff x="4504350" y="3581675"/>
            <a:chExt cx="764854" cy="1026827"/>
          </a:xfrm>
        </p:grpSpPr>
        <p:sp>
          <p:nvSpPr>
            <p:cNvPr id="1022" name="Google Shape;1022;p49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49"/>
          <p:cNvSpPr txBox="1">
            <a:spLocks noGrp="1"/>
          </p:cNvSpPr>
          <p:nvPr>
            <p:ph type="title" idx="2"/>
          </p:nvPr>
        </p:nvSpPr>
        <p:spPr>
          <a:xfrm flipH="1">
            <a:off x="673531" y="671228"/>
            <a:ext cx="127231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025" name="Google Shape;1025;p49"/>
          <p:cNvGrpSpPr/>
          <p:nvPr/>
        </p:nvGrpSpPr>
        <p:grpSpPr>
          <a:xfrm>
            <a:off x="4443626" y="1364251"/>
            <a:ext cx="677178" cy="509980"/>
            <a:chOff x="3310500" y="2299375"/>
            <a:chExt cx="276625" cy="208325"/>
          </a:xfrm>
        </p:grpSpPr>
        <p:sp>
          <p:nvSpPr>
            <p:cNvPr id="1026" name="Google Shape;1026;p49"/>
            <p:cNvSpPr/>
            <p:nvPr/>
          </p:nvSpPr>
          <p:spPr>
            <a:xfrm>
              <a:off x="3310500" y="2299375"/>
              <a:ext cx="276625" cy="208325"/>
            </a:xfrm>
            <a:custGeom>
              <a:avLst/>
              <a:gdLst/>
              <a:ahLst/>
              <a:cxnLst/>
              <a:rect l="l" t="t" r="r" b="b"/>
              <a:pathLst>
                <a:path w="11065" h="8333" extrusionOk="0">
                  <a:moveTo>
                    <a:pt x="5534" y="1"/>
                  </a:moveTo>
                  <a:cubicBezTo>
                    <a:pt x="2349" y="1"/>
                    <a:pt x="0" y="3572"/>
                    <a:pt x="2272" y="6928"/>
                  </a:cubicBezTo>
                  <a:cubicBezTo>
                    <a:pt x="2402" y="7119"/>
                    <a:pt x="2575" y="7293"/>
                    <a:pt x="2773" y="7430"/>
                  </a:cubicBezTo>
                  <a:cubicBezTo>
                    <a:pt x="3703" y="8058"/>
                    <a:pt x="4648" y="8332"/>
                    <a:pt x="5530" y="8332"/>
                  </a:cubicBezTo>
                  <a:cubicBezTo>
                    <a:pt x="8714" y="8332"/>
                    <a:pt x="11065" y="4761"/>
                    <a:pt x="8793" y="1407"/>
                  </a:cubicBezTo>
                  <a:cubicBezTo>
                    <a:pt x="8663" y="1208"/>
                    <a:pt x="8493" y="1035"/>
                    <a:pt x="8295" y="905"/>
                  </a:cubicBezTo>
                  <a:cubicBezTo>
                    <a:pt x="7364" y="275"/>
                    <a:pt x="6417" y="1"/>
                    <a:pt x="5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3327800" y="2312225"/>
              <a:ext cx="242025" cy="182425"/>
            </a:xfrm>
            <a:custGeom>
              <a:avLst/>
              <a:gdLst/>
              <a:ahLst/>
              <a:cxnLst/>
              <a:rect l="l" t="t" r="r" b="b"/>
              <a:pathLst>
                <a:path w="9681" h="7297" extrusionOk="0">
                  <a:moveTo>
                    <a:pt x="4840" y="0"/>
                  </a:moveTo>
                  <a:cubicBezTo>
                    <a:pt x="2056" y="0"/>
                    <a:pt x="0" y="3119"/>
                    <a:pt x="1977" y="6053"/>
                  </a:cubicBezTo>
                  <a:cubicBezTo>
                    <a:pt x="2099" y="6234"/>
                    <a:pt x="2255" y="6393"/>
                    <a:pt x="2435" y="6512"/>
                  </a:cubicBezTo>
                  <a:cubicBezTo>
                    <a:pt x="3246" y="7058"/>
                    <a:pt x="4071" y="7296"/>
                    <a:pt x="4841" y="7296"/>
                  </a:cubicBezTo>
                  <a:cubicBezTo>
                    <a:pt x="7625" y="7296"/>
                    <a:pt x="9680" y="4178"/>
                    <a:pt x="7704" y="1243"/>
                  </a:cubicBezTo>
                  <a:cubicBezTo>
                    <a:pt x="7585" y="1062"/>
                    <a:pt x="7430" y="911"/>
                    <a:pt x="7246" y="785"/>
                  </a:cubicBezTo>
                  <a:cubicBezTo>
                    <a:pt x="6434" y="238"/>
                    <a:pt x="5609" y="0"/>
                    <a:pt x="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3448850" y="23219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0" y="1"/>
                  </a:moveTo>
                  <a:lnTo>
                    <a:pt x="0" y="5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3515500" y="2401575"/>
              <a:ext cx="13475" cy="25"/>
            </a:xfrm>
            <a:custGeom>
              <a:avLst/>
              <a:gdLst/>
              <a:ahLst/>
              <a:cxnLst/>
              <a:rect l="l" t="t" r="r" b="b"/>
              <a:pathLst>
                <a:path w="539" h="1" fill="none" extrusionOk="0">
                  <a:moveTo>
                    <a:pt x="539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3449100" y="2468500"/>
              <a:ext cx="25" cy="13300"/>
            </a:xfrm>
            <a:custGeom>
              <a:avLst/>
              <a:gdLst/>
              <a:ahLst/>
              <a:cxnLst/>
              <a:rect l="l" t="t" r="r" b="b"/>
              <a:pathLst>
                <a:path w="1" h="532" fill="none" extrusionOk="0">
                  <a:moveTo>
                    <a:pt x="1" y="53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3369075" y="2402100"/>
              <a:ext cx="13300" cy="25"/>
            </a:xfrm>
            <a:custGeom>
              <a:avLst/>
              <a:gdLst/>
              <a:ahLst/>
              <a:cxnLst/>
              <a:rect l="l" t="t" r="r" b="b"/>
              <a:pathLst>
                <a:path w="532" h="1" fill="none" extrusionOk="0">
                  <a:moveTo>
                    <a:pt x="1" y="1"/>
                  </a:moveTo>
                  <a:lnTo>
                    <a:pt x="53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3483750" y="2333725"/>
              <a:ext cx="6975" cy="11300"/>
            </a:xfrm>
            <a:custGeom>
              <a:avLst/>
              <a:gdLst/>
              <a:ahLst/>
              <a:cxnLst/>
              <a:rect l="l" t="t" r="r" b="b"/>
              <a:pathLst>
                <a:path w="279" h="452" fill="none" extrusionOk="0">
                  <a:moveTo>
                    <a:pt x="279" y="0"/>
                  </a:moveTo>
                  <a:lnTo>
                    <a:pt x="1" y="45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3505850" y="2436575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452" y="278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3407250" y="2458675"/>
              <a:ext cx="7050" cy="11300"/>
            </a:xfrm>
            <a:custGeom>
              <a:avLst/>
              <a:gdLst/>
              <a:ahLst/>
              <a:cxnLst/>
              <a:rect l="l" t="t" r="r" b="b"/>
              <a:pathLst>
                <a:path w="282" h="452" fill="none" extrusionOk="0">
                  <a:moveTo>
                    <a:pt x="0" y="452"/>
                  </a:moveTo>
                  <a:lnTo>
                    <a:pt x="282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3380900" y="2360150"/>
              <a:ext cx="11300" cy="6975"/>
            </a:xfrm>
            <a:custGeom>
              <a:avLst/>
              <a:gdLst/>
              <a:ahLst/>
              <a:cxnLst/>
              <a:rect l="l" t="t" r="r" b="b"/>
              <a:pathLst>
                <a:path w="452" h="279" fill="none" extrusionOk="0">
                  <a:moveTo>
                    <a:pt x="1" y="1"/>
                  </a:moveTo>
                  <a:lnTo>
                    <a:pt x="452" y="27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3506675" y="2361775"/>
              <a:ext cx="11475" cy="6700"/>
            </a:xfrm>
            <a:custGeom>
              <a:avLst/>
              <a:gdLst/>
              <a:ahLst/>
              <a:cxnLst/>
              <a:rect l="l" t="t" r="r" b="b"/>
              <a:pathLst>
                <a:path w="459" h="268" fill="none" extrusionOk="0">
                  <a:moveTo>
                    <a:pt x="459" y="1"/>
                  </a:moveTo>
                  <a:lnTo>
                    <a:pt x="0" y="26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482400" y="2459475"/>
              <a:ext cx="6700" cy="11500"/>
            </a:xfrm>
            <a:custGeom>
              <a:avLst/>
              <a:gdLst/>
              <a:ahLst/>
              <a:cxnLst/>
              <a:rect l="l" t="t" r="r" b="b"/>
              <a:pathLst>
                <a:path w="268" h="460" fill="none" extrusionOk="0">
                  <a:moveTo>
                    <a:pt x="268" y="459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3379900" y="2435225"/>
              <a:ext cx="11500" cy="6700"/>
            </a:xfrm>
            <a:custGeom>
              <a:avLst/>
              <a:gdLst/>
              <a:ahLst/>
              <a:cxnLst/>
              <a:rect l="l" t="t" r="r" b="b"/>
              <a:pathLst>
                <a:path w="460" h="268" fill="none" extrusionOk="0">
                  <a:moveTo>
                    <a:pt x="1" y="267"/>
                  </a:moveTo>
                  <a:lnTo>
                    <a:pt x="45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3408975" y="2332725"/>
              <a:ext cx="6700" cy="11475"/>
            </a:xfrm>
            <a:custGeom>
              <a:avLst/>
              <a:gdLst/>
              <a:ahLst/>
              <a:cxnLst/>
              <a:rect l="l" t="t" r="r" b="b"/>
              <a:pathLst>
                <a:path w="268" h="459" fill="none" extrusionOk="0">
                  <a:moveTo>
                    <a:pt x="0" y="1"/>
                  </a:moveTo>
                  <a:lnTo>
                    <a:pt x="267" y="45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9"/>
            <p:cNvSpPr/>
            <p:nvPr/>
          </p:nvSpPr>
          <p:spPr>
            <a:xfrm>
              <a:off x="3448850" y="2351400"/>
              <a:ext cx="33850" cy="72475"/>
            </a:xfrm>
            <a:custGeom>
              <a:avLst/>
              <a:gdLst/>
              <a:ahLst/>
              <a:cxnLst/>
              <a:rect l="l" t="t" r="r" b="b"/>
              <a:pathLst>
                <a:path w="1354" h="2899" fill="none" extrusionOk="0">
                  <a:moveTo>
                    <a:pt x="0" y="1"/>
                  </a:moveTo>
                  <a:lnTo>
                    <a:pt x="0" y="2087"/>
                  </a:lnTo>
                  <a:lnTo>
                    <a:pt x="1353" y="289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1041;p49"/>
          <p:cNvGrpSpPr/>
          <p:nvPr/>
        </p:nvGrpSpPr>
        <p:grpSpPr>
          <a:xfrm>
            <a:off x="6520772" y="0"/>
            <a:ext cx="1053602" cy="1107994"/>
            <a:chOff x="7539975" y="0"/>
            <a:chExt cx="1204804" cy="1267003"/>
          </a:xfrm>
        </p:grpSpPr>
        <p:sp>
          <p:nvSpPr>
            <p:cNvPr id="1042" name="Google Shape;1042;p49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9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9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723935" y="3044041"/>
            <a:ext cx="292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Ibrar Ahmad</a:t>
            </a:r>
          </a:p>
        </p:txBody>
      </p:sp>
    </p:spTree>
    <p:extLst>
      <p:ext uri="{BB962C8B-B14F-4D97-AF65-F5344CB8AC3E}">
        <p14:creationId xmlns:p14="http://schemas.microsoft.com/office/powerpoint/2010/main" val="403410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25435" y="561068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</a:p>
        </p:txBody>
      </p:sp>
      <p:sp>
        <p:nvSpPr>
          <p:cNvPr id="1102" name="Google Shape;1102;p50"/>
          <p:cNvSpPr txBox="1">
            <a:spLocks noGrp="1"/>
          </p:cNvSpPr>
          <p:nvPr>
            <p:ph type="subTitle" idx="1"/>
          </p:nvPr>
        </p:nvSpPr>
        <p:spPr>
          <a:xfrm>
            <a:off x="1950108" y="1324001"/>
            <a:ext cx="5500093" cy="2574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Longer working hours are linked to lower productivity and reduced well-being.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Good work-life balance is associated with higher job satisfaction and performance.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Remote work arrangements show slightly higher well-being scores compared to on-site roles.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Employee well-being and productivity are influenced by a combination of work hours, sleep, and work-life balance.</a:t>
            </a:r>
            <a:endParaRPr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867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50"/>
          <p:cNvGrpSpPr/>
          <p:nvPr/>
        </p:nvGrpSpPr>
        <p:grpSpPr>
          <a:xfrm>
            <a:off x="8111175" y="2505371"/>
            <a:ext cx="177450" cy="772448"/>
            <a:chOff x="8111175" y="2290946"/>
            <a:chExt cx="177450" cy="772448"/>
          </a:xfrm>
        </p:grpSpPr>
        <p:grpSp>
          <p:nvGrpSpPr>
            <p:cNvPr id="1050" name="Google Shape;1050;p50"/>
            <p:cNvGrpSpPr/>
            <p:nvPr/>
          </p:nvGrpSpPr>
          <p:grpSpPr>
            <a:xfrm>
              <a:off x="8120340" y="2290946"/>
              <a:ext cx="168285" cy="430777"/>
              <a:chOff x="8120340" y="2290946"/>
              <a:chExt cx="168285" cy="430777"/>
            </a:xfrm>
          </p:grpSpPr>
          <p:sp>
            <p:nvSpPr>
              <p:cNvPr id="1051" name="Google Shape;1051;p50"/>
              <p:cNvSpPr/>
              <p:nvPr/>
            </p:nvSpPr>
            <p:spPr>
              <a:xfrm>
                <a:off x="8215490" y="2428048"/>
                <a:ext cx="59812" cy="29367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108" fill="none" extrusionOk="0">
                    <a:moveTo>
                      <a:pt x="1" y="3107"/>
                    </a:moveTo>
                    <a:lnTo>
                      <a:pt x="632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0"/>
              <p:cNvSpPr/>
              <p:nvPr/>
            </p:nvSpPr>
            <p:spPr>
              <a:xfrm>
                <a:off x="8184876" y="2290946"/>
                <a:ext cx="37229" cy="419536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440" fill="none" extrusionOk="0">
                    <a:moveTo>
                      <a:pt x="0" y="4439"/>
                    </a:moveTo>
                    <a:cubicBezTo>
                      <a:pt x="0" y="4389"/>
                      <a:pt x="393" y="0"/>
                      <a:pt x="393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0"/>
              <p:cNvSpPr/>
              <p:nvPr/>
            </p:nvSpPr>
            <p:spPr>
              <a:xfrm>
                <a:off x="8139522" y="2462158"/>
                <a:ext cx="14740" cy="24491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592" fill="none" extrusionOk="0">
                    <a:moveTo>
                      <a:pt x="155" y="259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97AF87"/>
                </a:solidFill>
                <a:prstDash val="solid"/>
                <a:miter lim="360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>
                <a:off x="8130262" y="263025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3"/>
                      <a:pt x="84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>
                <a:off x="8128183" y="259718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0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>
                <a:off x="8126482" y="2563733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0"/>
              <p:cNvSpPr/>
              <p:nvPr/>
            </p:nvSpPr>
            <p:spPr>
              <a:xfrm>
                <a:off x="8124498" y="253066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7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0"/>
              <p:cNvSpPr/>
              <p:nvPr/>
            </p:nvSpPr>
            <p:spPr>
              <a:xfrm>
                <a:off x="8122419" y="249721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40" y="1"/>
                      <a:pt x="1" y="37"/>
                      <a:pt x="1" y="84"/>
                    </a:cubicBezTo>
                    <a:cubicBezTo>
                      <a:pt x="1" y="127"/>
                      <a:pt x="40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>
                <a:off x="8120340" y="2464142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>
                <a:off x="8153789" y="2642536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40"/>
                      <a:pt x="1" y="83"/>
                    </a:cubicBezTo>
                    <a:cubicBezTo>
                      <a:pt x="1" y="126"/>
                      <a:pt x="37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>
                <a:off x="8152089" y="260946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0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0"/>
              <p:cNvSpPr/>
              <p:nvPr/>
            </p:nvSpPr>
            <p:spPr>
              <a:xfrm>
                <a:off x="8150010" y="257639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4" y="162"/>
                      <a:pt x="163" y="123"/>
                      <a:pt x="163" y="79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8148026" y="2542945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40" y="0"/>
                      <a:pt x="0" y="36"/>
                      <a:pt x="0" y="80"/>
                    </a:cubicBezTo>
                    <a:cubicBezTo>
                      <a:pt x="0" y="127"/>
                      <a:pt x="40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0"/>
              <p:cNvSpPr/>
              <p:nvPr/>
            </p:nvSpPr>
            <p:spPr>
              <a:xfrm>
                <a:off x="8146608" y="250987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4" y="163"/>
                      <a:pt x="163" y="123"/>
                      <a:pt x="163" y="80"/>
                    </a:cubicBezTo>
                    <a:cubicBezTo>
                      <a:pt x="163" y="36"/>
                      <a:pt x="124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0"/>
              <p:cNvSpPr/>
              <p:nvPr/>
            </p:nvSpPr>
            <p:spPr>
              <a:xfrm>
                <a:off x="8144246" y="2476426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8186860" y="2463103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8189601" y="243003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0"/>
              <p:cNvSpPr/>
              <p:nvPr/>
            </p:nvSpPr>
            <p:spPr>
              <a:xfrm>
                <a:off x="8192719" y="2397339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79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3"/>
                      <a:pt x="36" y="163"/>
                      <a:pt x="79" y="163"/>
                    </a:cubicBezTo>
                    <a:cubicBezTo>
                      <a:pt x="123" y="163"/>
                      <a:pt x="162" y="123"/>
                      <a:pt x="162" y="80"/>
                    </a:cubicBezTo>
                    <a:cubicBezTo>
                      <a:pt x="162" y="36"/>
                      <a:pt x="123" y="0"/>
                      <a:pt x="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50"/>
              <p:cNvSpPr/>
              <p:nvPr/>
            </p:nvSpPr>
            <p:spPr>
              <a:xfrm>
                <a:off x="8195081" y="2363891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0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0"/>
              <p:cNvSpPr/>
              <p:nvPr/>
            </p:nvSpPr>
            <p:spPr>
              <a:xfrm>
                <a:off x="8198105" y="2330820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0"/>
              <p:cNvSpPr/>
              <p:nvPr/>
            </p:nvSpPr>
            <p:spPr>
              <a:xfrm>
                <a:off x="8200561" y="2297466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6" y="162"/>
                      <a:pt x="162" y="126"/>
                      <a:pt x="162" y="79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0"/>
              <p:cNvSpPr/>
              <p:nvPr/>
            </p:nvSpPr>
            <p:spPr>
              <a:xfrm>
                <a:off x="8208687" y="247878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41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41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0"/>
              <p:cNvSpPr/>
              <p:nvPr/>
            </p:nvSpPr>
            <p:spPr>
              <a:xfrm>
                <a:off x="8211427" y="2445717"/>
                <a:ext cx="15118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0"/>
              <p:cNvSpPr/>
              <p:nvPr/>
            </p:nvSpPr>
            <p:spPr>
              <a:xfrm>
                <a:off x="8214168" y="2412363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40"/>
                      <a:pt x="0" y="83"/>
                    </a:cubicBezTo>
                    <a:cubicBezTo>
                      <a:pt x="0" y="126"/>
                      <a:pt x="36" y="163"/>
                      <a:pt x="83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40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0"/>
              <p:cNvSpPr/>
              <p:nvPr/>
            </p:nvSpPr>
            <p:spPr>
              <a:xfrm>
                <a:off x="8216908" y="237929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7" y="163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0"/>
              <p:cNvSpPr/>
              <p:nvPr/>
            </p:nvSpPr>
            <p:spPr>
              <a:xfrm>
                <a:off x="8219931" y="2346221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3" y="162"/>
                      <a:pt x="160" y="123"/>
                      <a:pt x="160" y="79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0"/>
              <p:cNvSpPr/>
              <p:nvPr/>
            </p:nvSpPr>
            <p:spPr>
              <a:xfrm>
                <a:off x="8222294" y="231315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8219931" y="2597843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0" y="127"/>
                      <a:pt x="160" y="83"/>
                    </a:cubicBezTo>
                    <a:cubicBezTo>
                      <a:pt x="160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8226735" y="2565434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4" y="163"/>
                      <a:pt x="163" y="127"/>
                      <a:pt x="163" y="84"/>
                    </a:cubicBezTo>
                    <a:cubicBezTo>
                      <a:pt x="163" y="37"/>
                      <a:pt x="124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8232876" y="253274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3"/>
                    </a:cubicBezTo>
                    <a:cubicBezTo>
                      <a:pt x="1" y="126"/>
                      <a:pt x="37" y="162"/>
                      <a:pt x="84" y="162"/>
                    </a:cubicBezTo>
                    <a:cubicBezTo>
                      <a:pt x="127" y="162"/>
                      <a:pt x="163" y="126"/>
                      <a:pt x="163" y="83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8239774" y="250033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6" y="163"/>
                      <a:pt x="162" y="127"/>
                      <a:pt x="162" y="80"/>
                    </a:cubicBezTo>
                    <a:cubicBezTo>
                      <a:pt x="162" y="36"/>
                      <a:pt x="126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8246577" y="2467544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8253380" y="2435135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3" y="1"/>
                    </a:moveTo>
                    <a:cubicBezTo>
                      <a:pt x="36" y="1"/>
                      <a:pt x="0" y="37"/>
                      <a:pt x="0" y="80"/>
                    </a:cubicBezTo>
                    <a:cubicBezTo>
                      <a:pt x="0" y="127"/>
                      <a:pt x="36" y="163"/>
                      <a:pt x="83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8239396" y="2616268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7" y="0"/>
                      <a:pt x="0" y="36"/>
                      <a:pt x="0" y="83"/>
                    </a:cubicBezTo>
                    <a:cubicBezTo>
                      <a:pt x="0" y="127"/>
                      <a:pt x="37" y="163"/>
                      <a:pt x="83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8246199" y="258348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50"/>
              <p:cNvSpPr/>
              <p:nvPr/>
            </p:nvSpPr>
            <p:spPr>
              <a:xfrm>
                <a:off x="8253002" y="2551071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50"/>
              <p:cNvSpPr/>
              <p:nvPr/>
            </p:nvSpPr>
            <p:spPr>
              <a:xfrm>
                <a:off x="8259806" y="2518379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63"/>
                      <a:pt x="80" y="163"/>
                    </a:cubicBezTo>
                    <a:cubicBezTo>
                      <a:pt x="127" y="163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8266325" y="2485969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0"/>
                    </a:cubicBezTo>
                    <a:cubicBezTo>
                      <a:pt x="1" y="123"/>
                      <a:pt x="37" y="159"/>
                      <a:pt x="80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8273129" y="2452898"/>
                <a:ext cx="15496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4" extrusionOk="0">
                    <a:moveTo>
                      <a:pt x="80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8172593" y="2628552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3"/>
                    </a:cubicBezTo>
                    <a:cubicBezTo>
                      <a:pt x="0" y="126"/>
                      <a:pt x="36" y="163"/>
                      <a:pt x="80" y="163"/>
                    </a:cubicBezTo>
                    <a:cubicBezTo>
                      <a:pt x="126" y="163"/>
                      <a:pt x="163" y="126"/>
                      <a:pt x="163" y="83"/>
                    </a:cubicBezTo>
                    <a:cubicBezTo>
                      <a:pt x="163" y="36"/>
                      <a:pt x="126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8174955" y="2595481"/>
                <a:ext cx="15402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3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6"/>
                      <a:pt x="36" y="162"/>
                      <a:pt x="83" y="162"/>
                    </a:cubicBezTo>
                    <a:cubicBezTo>
                      <a:pt x="127" y="162"/>
                      <a:pt x="163" y="126"/>
                      <a:pt x="163" y="79"/>
                    </a:cubicBezTo>
                    <a:cubicBezTo>
                      <a:pt x="163" y="36"/>
                      <a:pt x="127" y="0"/>
                      <a:pt x="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8177978" y="2562032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7"/>
                      <a:pt x="1" y="83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7" y="163"/>
                      <a:pt x="163" y="127"/>
                      <a:pt x="163" y="83"/>
                    </a:cubicBezTo>
                    <a:cubicBezTo>
                      <a:pt x="163" y="37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8180719" y="2528961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7"/>
                      <a:pt x="37" y="163"/>
                      <a:pt x="80" y="163"/>
                    </a:cubicBezTo>
                    <a:cubicBezTo>
                      <a:pt x="123" y="163"/>
                      <a:pt x="163" y="127"/>
                      <a:pt x="163" y="80"/>
                    </a:cubicBezTo>
                    <a:cubicBezTo>
                      <a:pt x="163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8183459" y="2495512"/>
                <a:ext cx="15402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4" extrusionOk="0">
                    <a:moveTo>
                      <a:pt x="84" y="1"/>
                    </a:moveTo>
                    <a:cubicBezTo>
                      <a:pt x="37" y="1"/>
                      <a:pt x="1" y="37"/>
                      <a:pt x="1" y="84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4"/>
                    </a:cubicBezTo>
                    <a:cubicBezTo>
                      <a:pt x="163" y="37"/>
                      <a:pt x="127" y="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8194419" y="2643859"/>
                <a:ext cx="15024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63" extrusionOk="0">
                    <a:moveTo>
                      <a:pt x="79" y="1"/>
                    </a:moveTo>
                    <a:cubicBezTo>
                      <a:pt x="36" y="1"/>
                      <a:pt x="0" y="37"/>
                      <a:pt x="0" y="84"/>
                    </a:cubicBezTo>
                    <a:cubicBezTo>
                      <a:pt x="0" y="127"/>
                      <a:pt x="36" y="163"/>
                      <a:pt x="79" y="163"/>
                    </a:cubicBezTo>
                    <a:cubicBezTo>
                      <a:pt x="123" y="163"/>
                      <a:pt x="159" y="127"/>
                      <a:pt x="159" y="84"/>
                    </a:cubicBezTo>
                    <a:cubicBezTo>
                      <a:pt x="159" y="37"/>
                      <a:pt x="123" y="1"/>
                      <a:pt x="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8197065" y="2610788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4" y="0"/>
                    </a:moveTo>
                    <a:cubicBezTo>
                      <a:pt x="37" y="0"/>
                      <a:pt x="1" y="37"/>
                      <a:pt x="1" y="80"/>
                    </a:cubicBezTo>
                    <a:cubicBezTo>
                      <a:pt x="1" y="127"/>
                      <a:pt x="37" y="163"/>
                      <a:pt x="84" y="163"/>
                    </a:cubicBezTo>
                    <a:cubicBezTo>
                      <a:pt x="127" y="163"/>
                      <a:pt x="163" y="127"/>
                      <a:pt x="163" y="80"/>
                    </a:cubicBezTo>
                    <a:cubicBezTo>
                      <a:pt x="163" y="37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50"/>
              <p:cNvSpPr/>
              <p:nvPr/>
            </p:nvSpPr>
            <p:spPr>
              <a:xfrm>
                <a:off x="8199805" y="2578095"/>
                <a:ext cx="15496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3" extrusionOk="0">
                    <a:moveTo>
                      <a:pt x="80" y="0"/>
                    </a:moveTo>
                    <a:cubicBezTo>
                      <a:pt x="37" y="0"/>
                      <a:pt x="1" y="36"/>
                      <a:pt x="1" y="79"/>
                    </a:cubicBezTo>
                    <a:cubicBezTo>
                      <a:pt x="1" y="123"/>
                      <a:pt x="37" y="162"/>
                      <a:pt x="80" y="162"/>
                    </a:cubicBezTo>
                    <a:cubicBezTo>
                      <a:pt x="127" y="162"/>
                      <a:pt x="163" y="123"/>
                      <a:pt x="163" y="79"/>
                    </a:cubicBezTo>
                    <a:cubicBezTo>
                      <a:pt x="163" y="36"/>
                      <a:pt x="127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50"/>
              <p:cNvSpPr/>
              <p:nvPr/>
            </p:nvSpPr>
            <p:spPr>
              <a:xfrm>
                <a:off x="8202923" y="2544646"/>
                <a:ext cx="15118" cy="1540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3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0"/>
                    </a:cubicBezTo>
                    <a:cubicBezTo>
                      <a:pt x="0" y="127"/>
                      <a:pt x="36" y="163"/>
                      <a:pt x="80" y="163"/>
                    </a:cubicBezTo>
                    <a:cubicBezTo>
                      <a:pt x="123" y="163"/>
                      <a:pt x="159" y="127"/>
                      <a:pt x="159" y="80"/>
                    </a:cubicBezTo>
                    <a:cubicBezTo>
                      <a:pt x="159" y="36"/>
                      <a:pt x="123" y="0"/>
                      <a:pt x="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8205286" y="2511575"/>
                <a:ext cx="15402" cy="1511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0" extrusionOk="0">
                    <a:moveTo>
                      <a:pt x="84" y="0"/>
                    </a:moveTo>
                    <a:cubicBezTo>
                      <a:pt x="37" y="0"/>
                      <a:pt x="1" y="36"/>
                      <a:pt x="1" y="80"/>
                    </a:cubicBezTo>
                    <a:cubicBezTo>
                      <a:pt x="1" y="123"/>
                      <a:pt x="37" y="159"/>
                      <a:pt x="84" y="159"/>
                    </a:cubicBezTo>
                    <a:cubicBezTo>
                      <a:pt x="127" y="159"/>
                      <a:pt x="163" y="123"/>
                      <a:pt x="163" y="80"/>
                    </a:cubicBezTo>
                    <a:cubicBezTo>
                      <a:pt x="163" y="36"/>
                      <a:pt x="127" y="0"/>
                      <a:pt x="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0" name="Google Shape;1100;p50"/>
            <p:cNvSpPr/>
            <p:nvPr/>
          </p:nvSpPr>
          <p:spPr>
            <a:xfrm>
              <a:off x="8111175" y="2661622"/>
              <a:ext cx="145042" cy="401771"/>
            </a:xfrm>
            <a:custGeom>
              <a:avLst/>
              <a:gdLst/>
              <a:ahLst/>
              <a:cxnLst/>
              <a:rect l="l" t="t" r="r" b="b"/>
              <a:pathLst>
                <a:path w="1535" h="4252" extrusionOk="0">
                  <a:moveTo>
                    <a:pt x="1" y="0"/>
                  </a:moveTo>
                  <a:lnTo>
                    <a:pt x="398" y="3883"/>
                  </a:lnTo>
                  <a:lnTo>
                    <a:pt x="130" y="4251"/>
                  </a:lnTo>
                  <a:lnTo>
                    <a:pt x="1350" y="4197"/>
                  </a:lnTo>
                  <a:lnTo>
                    <a:pt x="1029" y="3829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50"/>
          <p:cNvSpPr txBox="1">
            <a:spLocks noGrp="1"/>
          </p:cNvSpPr>
          <p:nvPr>
            <p:ph type="title"/>
          </p:nvPr>
        </p:nvSpPr>
        <p:spPr>
          <a:xfrm>
            <a:off x="1525435" y="561068"/>
            <a:ext cx="6060000" cy="719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References</a:t>
            </a:r>
          </a:p>
        </p:txBody>
      </p:sp>
      <p:grpSp>
        <p:nvGrpSpPr>
          <p:cNvPr id="1103" name="Google Shape;1103;p50"/>
          <p:cNvGrpSpPr/>
          <p:nvPr/>
        </p:nvGrpSpPr>
        <p:grpSpPr>
          <a:xfrm>
            <a:off x="715100" y="3270426"/>
            <a:ext cx="1112022" cy="1338082"/>
            <a:chOff x="715100" y="3270426"/>
            <a:chExt cx="1112022" cy="1338082"/>
          </a:xfrm>
        </p:grpSpPr>
        <p:sp>
          <p:nvSpPr>
            <p:cNvPr id="1104" name="Google Shape;1104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0"/>
          <p:cNvGrpSpPr/>
          <p:nvPr/>
        </p:nvGrpSpPr>
        <p:grpSpPr>
          <a:xfrm>
            <a:off x="891250" y="2766550"/>
            <a:ext cx="416971" cy="503873"/>
            <a:chOff x="861675" y="2622250"/>
            <a:chExt cx="416971" cy="503873"/>
          </a:xfrm>
        </p:grpSpPr>
        <p:sp>
          <p:nvSpPr>
            <p:cNvPr id="1113" name="Google Shape;1113;p50"/>
            <p:cNvSpPr/>
            <p:nvPr/>
          </p:nvSpPr>
          <p:spPr>
            <a:xfrm>
              <a:off x="861675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31" y="3043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879883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892629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1" y="1"/>
                  </a:moveTo>
                  <a:cubicBezTo>
                    <a:pt x="55" y="1"/>
                    <a:pt x="0" y="86"/>
                    <a:pt x="50" y="164"/>
                  </a:cubicBezTo>
                  <a:cubicBezTo>
                    <a:pt x="56" y="167"/>
                    <a:pt x="59" y="175"/>
                    <a:pt x="64" y="178"/>
                  </a:cubicBezTo>
                  <a:cubicBezTo>
                    <a:pt x="86" y="192"/>
                    <a:pt x="108" y="198"/>
                    <a:pt x="129" y="198"/>
                  </a:cubicBezTo>
                  <a:cubicBezTo>
                    <a:pt x="206" y="198"/>
                    <a:pt x="262" y="113"/>
                    <a:pt x="210" y="35"/>
                  </a:cubicBezTo>
                  <a:lnTo>
                    <a:pt x="196" y="21"/>
                  </a:lnTo>
                  <a:cubicBezTo>
                    <a:pt x="174" y="7"/>
                    <a:pt x="152" y="1"/>
                    <a:pt x="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965959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98416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4" y="223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996086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6" y="1"/>
                    <a:pt x="1" y="86"/>
                    <a:pt x="53" y="164"/>
                  </a:cubicBezTo>
                  <a:cubicBezTo>
                    <a:pt x="55" y="167"/>
                    <a:pt x="58" y="175"/>
                    <a:pt x="66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1070243" y="2622250"/>
              <a:ext cx="104118" cy="503873"/>
            </a:xfrm>
            <a:custGeom>
              <a:avLst/>
              <a:gdLst/>
              <a:ahLst/>
              <a:cxnLst/>
              <a:rect l="l" t="t" r="r" b="b"/>
              <a:pathLst>
                <a:path w="629" h="3044" extrusionOk="0">
                  <a:moveTo>
                    <a:pt x="1" y="0"/>
                  </a:moveTo>
                  <a:lnTo>
                    <a:pt x="1" y="3043"/>
                  </a:lnTo>
                  <a:lnTo>
                    <a:pt x="628" y="3043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1087624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1100370" y="3053788"/>
              <a:ext cx="43369" cy="32775"/>
            </a:xfrm>
            <a:custGeom>
              <a:avLst/>
              <a:gdLst/>
              <a:ahLst/>
              <a:cxnLst/>
              <a:rect l="l" t="t" r="r" b="b"/>
              <a:pathLst>
                <a:path w="262" h="198" extrusionOk="0">
                  <a:moveTo>
                    <a:pt x="132" y="1"/>
                  </a:moveTo>
                  <a:cubicBezTo>
                    <a:pt x="57" y="1"/>
                    <a:pt x="1" y="86"/>
                    <a:pt x="53" y="164"/>
                  </a:cubicBezTo>
                  <a:cubicBezTo>
                    <a:pt x="56" y="167"/>
                    <a:pt x="58" y="175"/>
                    <a:pt x="67" y="178"/>
                  </a:cubicBezTo>
                  <a:cubicBezTo>
                    <a:pt x="88" y="192"/>
                    <a:pt x="110" y="198"/>
                    <a:pt x="130" y="198"/>
                  </a:cubicBezTo>
                  <a:cubicBezTo>
                    <a:pt x="206" y="198"/>
                    <a:pt x="262" y="113"/>
                    <a:pt x="210" y="35"/>
                  </a:cubicBezTo>
                  <a:cubicBezTo>
                    <a:pt x="207" y="29"/>
                    <a:pt x="204" y="24"/>
                    <a:pt x="196" y="21"/>
                  </a:cubicBezTo>
                  <a:cubicBezTo>
                    <a:pt x="174" y="7"/>
                    <a:pt x="15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1174197" y="2622250"/>
              <a:ext cx="104449" cy="503873"/>
            </a:xfrm>
            <a:custGeom>
              <a:avLst/>
              <a:gdLst/>
              <a:ahLst/>
              <a:cxnLst/>
              <a:rect l="l" t="t" r="r" b="b"/>
              <a:pathLst>
                <a:path w="631" h="3044" extrusionOk="0">
                  <a:moveTo>
                    <a:pt x="0" y="0"/>
                  </a:moveTo>
                  <a:lnTo>
                    <a:pt x="0" y="3043"/>
                  </a:lnTo>
                  <a:lnTo>
                    <a:pt x="630" y="3043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1191908" y="2639465"/>
              <a:ext cx="68529" cy="369960"/>
            </a:xfrm>
            <a:custGeom>
              <a:avLst/>
              <a:gdLst/>
              <a:ahLst/>
              <a:cxnLst/>
              <a:rect l="l" t="t" r="r" b="b"/>
              <a:pathLst>
                <a:path w="414" h="2235" extrusionOk="0">
                  <a:moveTo>
                    <a:pt x="1" y="1"/>
                  </a:moveTo>
                  <a:lnTo>
                    <a:pt x="1" y="2235"/>
                  </a:lnTo>
                  <a:lnTo>
                    <a:pt x="413" y="2235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1209620" y="3053457"/>
              <a:ext cx="33106" cy="32940"/>
            </a:xfrm>
            <a:custGeom>
              <a:avLst/>
              <a:gdLst/>
              <a:ahLst/>
              <a:cxnLst/>
              <a:rect l="l" t="t" r="r" b="b"/>
              <a:pathLst>
                <a:path w="200" h="199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cubicBezTo>
                    <a:pt x="1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1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50"/>
          <p:cNvGrpSpPr/>
          <p:nvPr/>
        </p:nvGrpSpPr>
        <p:grpSpPr>
          <a:xfrm>
            <a:off x="7317075" y="3270426"/>
            <a:ext cx="1112022" cy="1338082"/>
            <a:chOff x="715100" y="3270426"/>
            <a:chExt cx="1112022" cy="1338082"/>
          </a:xfrm>
        </p:grpSpPr>
        <p:sp>
          <p:nvSpPr>
            <p:cNvPr id="1126" name="Google Shape;1126;p50"/>
            <p:cNvSpPr/>
            <p:nvPr/>
          </p:nvSpPr>
          <p:spPr>
            <a:xfrm>
              <a:off x="715100" y="3270426"/>
              <a:ext cx="1112022" cy="1338082"/>
            </a:xfrm>
            <a:custGeom>
              <a:avLst/>
              <a:gdLst/>
              <a:ahLst/>
              <a:cxnLst/>
              <a:rect l="l" t="t" r="r" b="b"/>
              <a:pathLst>
                <a:path w="6484" h="7802" extrusionOk="0">
                  <a:moveTo>
                    <a:pt x="1" y="0"/>
                  </a:moveTo>
                  <a:lnTo>
                    <a:pt x="1" y="7801"/>
                  </a:lnTo>
                  <a:lnTo>
                    <a:pt x="6484" y="7801"/>
                  </a:lnTo>
                  <a:lnTo>
                    <a:pt x="6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777870" y="3332167"/>
              <a:ext cx="987511" cy="1214084"/>
            </a:xfrm>
            <a:custGeom>
              <a:avLst/>
              <a:gdLst/>
              <a:ahLst/>
              <a:cxnLst/>
              <a:rect l="l" t="t" r="r" b="b"/>
              <a:pathLst>
                <a:path w="5758" h="7079" extrusionOk="0">
                  <a:moveTo>
                    <a:pt x="1" y="1"/>
                  </a:moveTo>
                  <a:lnTo>
                    <a:pt x="1" y="7078"/>
                  </a:lnTo>
                  <a:lnTo>
                    <a:pt x="5757" y="7078"/>
                  </a:lnTo>
                  <a:lnTo>
                    <a:pt x="57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827949" y="3383104"/>
              <a:ext cx="896787" cy="319342"/>
            </a:xfrm>
            <a:custGeom>
              <a:avLst/>
              <a:gdLst/>
              <a:ahLst/>
              <a:cxnLst/>
              <a:rect l="l" t="t" r="r" b="b"/>
              <a:pathLst>
                <a:path w="5229" h="1862" extrusionOk="0">
                  <a:moveTo>
                    <a:pt x="1" y="1"/>
                  </a:moveTo>
                  <a:lnTo>
                    <a:pt x="1" y="1861"/>
                  </a:lnTo>
                  <a:lnTo>
                    <a:pt x="5229" y="1861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827949" y="3768301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827949" y="4154356"/>
              <a:ext cx="896787" cy="319171"/>
            </a:xfrm>
            <a:custGeom>
              <a:avLst/>
              <a:gdLst/>
              <a:ahLst/>
              <a:cxnLst/>
              <a:rect l="l" t="t" r="r" b="b"/>
              <a:pathLst>
                <a:path w="5229" h="1861" extrusionOk="0">
                  <a:moveTo>
                    <a:pt x="1" y="0"/>
                  </a:moveTo>
                  <a:lnTo>
                    <a:pt x="1" y="1860"/>
                  </a:lnTo>
                  <a:lnTo>
                    <a:pt x="5229" y="1860"/>
                  </a:lnTo>
                  <a:lnTo>
                    <a:pt x="5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1631612" y="3484634"/>
              <a:ext cx="31899" cy="112507"/>
            </a:xfrm>
            <a:custGeom>
              <a:avLst/>
              <a:gdLst/>
              <a:ahLst/>
              <a:cxnLst/>
              <a:rect l="l" t="t" r="r" b="b"/>
              <a:pathLst>
                <a:path w="186" h="656" extrusionOk="0">
                  <a:moveTo>
                    <a:pt x="91" y="1"/>
                  </a:moveTo>
                  <a:cubicBezTo>
                    <a:pt x="42" y="1"/>
                    <a:pt x="1" y="42"/>
                    <a:pt x="1" y="94"/>
                  </a:cubicBezTo>
                  <a:lnTo>
                    <a:pt x="1" y="562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2"/>
                  </a:cubicBezTo>
                  <a:lnTo>
                    <a:pt x="185" y="94"/>
                  </a:lnTo>
                  <a:cubicBezTo>
                    <a:pt x="185" y="42"/>
                    <a:pt x="144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1631612" y="3873090"/>
              <a:ext cx="31899" cy="111993"/>
            </a:xfrm>
            <a:custGeom>
              <a:avLst/>
              <a:gdLst/>
              <a:ahLst/>
              <a:cxnLst/>
              <a:rect l="l" t="t" r="r" b="b"/>
              <a:pathLst>
                <a:path w="186" h="653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lnTo>
                    <a:pt x="1" y="559"/>
                  </a:lnTo>
                  <a:cubicBezTo>
                    <a:pt x="1" y="611"/>
                    <a:pt x="42" y="652"/>
                    <a:pt x="91" y="652"/>
                  </a:cubicBezTo>
                  <a:cubicBezTo>
                    <a:pt x="144" y="652"/>
                    <a:pt x="185" y="611"/>
                    <a:pt x="185" y="559"/>
                  </a:cubicBezTo>
                  <a:lnTo>
                    <a:pt x="185" y="96"/>
                  </a:lnTo>
                  <a:cubicBezTo>
                    <a:pt x="185" y="41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1631612" y="4261031"/>
              <a:ext cx="31899" cy="112336"/>
            </a:xfrm>
            <a:custGeom>
              <a:avLst/>
              <a:gdLst/>
              <a:ahLst/>
              <a:cxnLst/>
              <a:rect l="l" t="t" r="r" b="b"/>
              <a:pathLst>
                <a:path w="186" h="655" extrusionOk="0">
                  <a:moveTo>
                    <a:pt x="91" y="0"/>
                  </a:moveTo>
                  <a:cubicBezTo>
                    <a:pt x="42" y="0"/>
                    <a:pt x="1" y="41"/>
                    <a:pt x="1" y="94"/>
                  </a:cubicBezTo>
                  <a:lnTo>
                    <a:pt x="1" y="561"/>
                  </a:lnTo>
                  <a:cubicBezTo>
                    <a:pt x="1" y="614"/>
                    <a:pt x="42" y="655"/>
                    <a:pt x="91" y="655"/>
                  </a:cubicBezTo>
                  <a:cubicBezTo>
                    <a:pt x="144" y="655"/>
                    <a:pt x="185" y="614"/>
                    <a:pt x="185" y="561"/>
                  </a:cubicBezTo>
                  <a:lnTo>
                    <a:pt x="185" y="94"/>
                  </a:lnTo>
                  <a:cubicBezTo>
                    <a:pt x="185" y="44"/>
                    <a:pt x="144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50"/>
          <p:cNvGrpSpPr/>
          <p:nvPr/>
        </p:nvGrpSpPr>
        <p:grpSpPr>
          <a:xfrm>
            <a:off x="888675" y="0"/>
            <a:ext cx="764853" cy="1010249"/>
            <a:chOff x="1933725" y="0"/>
            <a:chExt cx="764853" cy="1010249"/>
          </a:xfrm>
        </p:grpSpPr>
        <p:sp>
          <p:nvSpPr>
            <p:cNvPr id="1135" name="Google Shape;1135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50"/>
          <p:cNvGrpSpPr/>
          <p:nvPr/>
        </p:nvGrpSpPr>
        <p:grpSpPr>
          <a:xfrm>
            <a:off x="7490425" y="0"/>
            <a:ext cx="764853" cy="1010249"/>
            <a:chOff x="1933725" y="0"/>
            <a:chExt cx="764853" cy="1010249"/>
          </a:xfrm>
        </p:grpSpPr>
        <p:sp>
          <p:nvSpPr>
            <p:cNvPr id="1140" name="Google Shape;1140;p50"/>
            <p:cNvSpPr/>
            <p:nvPr/>
          </p:nvSpPr>
          <p:spPr>
            <a:xfrm>
              <a:off x="2312044" y="0"/>
              <a:ext cx="118" cy="492900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2147977" y="756865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2275611" y="475391"/>
              <a:ext cx="80622" cy="98133"/>
            </a:xfrm>
            <a:custGeom>
              <a:avLst/>
              <a:gdLst/>
              <a:ahLst/>
              <a:cxnLst/>
              <a:rect l="l" t="t" r="r" b="b"/>
              <a:pathLst>
                <a:path w="686" h="835" extrusionOk="0">
                  <a:moveTo>
                    <a:pt x="343" y="1"/>
                  </a:moveTo>
                  <a:cubicBezTo>
                    <a:pt x="155" y="1"/>
                    <a:pt x="0" y="152"/>
                    <a:pt x="0" y="344"/>
                  </a:cubicBezTo>
                  <a:lnTo>
                    <a:pt x="0" y="835"/>
                  </a:lnTo>
                  <a:lnTo>
                    <a:pt x="682" y="835"/>
                  </a:lnTo>
                  <a:lnTo>
                    <a:pt x="682" y="340"/>
                  </a:lnTo>
                  <a:cubicBezTo>
                    <a:pt x="686" y="149"/>
                    <a:pt x="534" y="1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1933725" y="561068"/>
              <a:ext cx="764853" cy="361977"/>
            </a:xfrm>
            <a:custGeom>
              <a:avLst/>
              <a:gdLst/>
              <a:ahLst/>
              <a:cxnLst/>
              <a:rect l="l" t="t" r="r" b="b"/>
              <a:pathLst>
                <a:path w="6508" h="3080" extrusionOk="0">
                  <a:moveTo>
                    <a:pt x="3252" y="1"/>
                  </a:moveTo>
                  <a:cubicBezTo>
                    <a:pt x="1516" y="1"/>
                    <a:pt x="94" y="1365"/>
                    <a:pt x="1" y="3079"/>
                  </a:cubicBezTo>
                  <a:lnTo>
                    <a:pt x="6507" y="3079"/>
                  </a:lnTo>
                  <a:cubicBezTo>
                    <a:pt x="6417" y="1365"/>
                    <a:pt x="4995" y="1"/>
                    <a:pt x="3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1102;p50"/>
          <p:cNvSpPr txBox="1">
            <a:spLocks noGrp="1"/>
          </p:cNvSpPr>
          <p:nvPr>
            <p:ph type="subTitle" idx="1"/>
          </p:nvPr>
        </p:nvSpPr>
        <p:spPr>
          <a:xfrm>
            <a:off x="1931076" y="1247965"/>
            <a:ext cx="5500093" cy="2574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 Human Resource Dataset:</a:t>
            </a: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3"/>
              </a:rPr>
              <a:t>https://data.mendeley.com/datasets/smypp8574h/1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 Impact of Remote Work on Mental Health Dataset:   </a:t>
            </a: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4"/>
              </a:rPr>
              <a:t>https://www.kaggle.com/datasets/iramshahzadi9/remote-work-and-mental-health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endParaRPr lang="en-US" sz="1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3. R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emote Work Productivity Dataset:</a:t>
            </a:r>
            <a:endParaRPr lang="en-US" sz="1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</a:t>
            </a: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5"/>
              </a:rPr>
              <a:t>https://www.kaggle.com/datasets/mrsimple07/remote-work-productivity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algn="l"/>
            <a:endParaRPr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08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p94"/>
          <p:cNvSpPr txBox="1">
            <a:spLocks noGrp="1"/>
          </p:cNvSpPr>
          <p:nvPr>
            <p:ph type="ctrTitle"/>
          </p:nvPr>
        </p:nvSpPr>
        <p:spPr>
          <a:xfrm>
            <a:off x="1360465" y="1866745"/>
            <a:ext cx="5826300" cy="13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THANKOOO!</a:t>
            </a:r>
            <a:endParaRPr dirty="0"/>
          </a:p>
        </p:txBody>
      </p:sp>
      <p:grpSp>
        <p:nvGrpSpPr>
          <p:cNvPr id="3593" name="Google Shape;3593;p94"/>
          <p:cNvGrpSpPr/>
          <p:nvPr/>
        </p:nvGrpSpPr>
        <p:grpSpPr>
          <a:xfrm>
            <a:off x="744322" y="0"/>
            <a:ext cx="1053602" cy="1107994"/>
            <a:chOff x="7539975" y="0"/>
            <a:chExt cx="1204804" cy="1267003"/>
          </a:xfrm>
        </p:grpSpPr>
        <p:sp>
          <p:nvSpPr>
            <p:cNvPr id="3594" name="Google Shape;3594;p94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94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94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7" name="Google Shape;3597;p94"/>
          <p:cNvGrpSpPr/>
          <p:nvPr/>
        </p:nvGrpSpPr>
        <p:grpSpPr>
          <a:xfrm>
            <a:off x="7346285" y="0"/>
            <a:ext cx="1053602" cy="1107994"/>
            <a:chOff x="7539975" y="0"/>
            <a:chExt cx="1204804" cy="1267003"/>
          </a:xfrm>
        </p:grpSpPr>
        <p:sp>
          <p:nvSpPr>
            <p:cNvPr id="3598" name="Google Shape;3598;p94"/>
            <p:cNvSpPr/>
            <p:nvPr/>
          </p:nvSpPr>
          <p:spPr>
            <a:xfrm>
              <a:off x="7971877" y="1013619"/>
              <a:ext cx="335886" cy="253384"/>
            </a:xfrm>
            <a:custGeom>
              <a:avLst/>
              <a:gdLst/>
              <a:ahLst/>
              <a:cxnLst/>
              <a:rect l="l" t="t" r="r" b="b"/>
              <a:pathLst>
                <a:path w="2858" h="2156" extrusionOk="0">
                  <a:moveTo>
                    <a:pt x="1431" y="0"/>
                  </a:moveTo>
                  <a:cubicBezTo>
                    <a:pt x="608" y="0"/>
                    <a:pt x="1" y="920"/>
                    <a:pt x="581" y="1788"/>
                  </a:cubicBezTo>
                  <a:cubicBezTo>
                    <a:pt x="617" y="1839"/>
                    <a:pt x="668" y="1889"/>
                    <a:pt x="722" y="1926"/>
                  </a:cubicBezTo>
                  <a:cubicBezTo>
                    <a:pt x="960" y="2085"/>
                    <a:pt x="1203" y="2155"/>
                    <a:pt x="1429" y="2155"/>
                  </a:cubicBezTo>
                  <a:cubicBezTo>
                    <a:pt x="2250" y="2155"/>
                    <a:pt x="2857" y="1236"/>
                    <a:pt x="2277" y="370"/>
                  </a:cubicBezTo>
                  <a:cubicBezTo>
                    <a:pt x="2241" y="316"/>
                    <a:pt x="2198" y="266"/>
                    <a:pt x="2140" y="229"/>
                  </a:cubicBezTo>
                  <a:cubicBezTo>
                    <a:pt x="1901" y="70"/>
                    <a:pt x="1658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94"/>
            <p:cNvSpPr/>
            <p:nvPr/>
          </p:nvSpPr>
          <p:spPr>
            <a:xfrm>
              <a:off x="7539975" y="677667"/>
              <a:ext cx="1204804" cy="522710"/>
            </a:xfrm>
            <a:custGeom>
              <a:avLst/>
              <a:gdLst/>
              <a:ahLst/>
              <a:cxnLst/>
              <a:rect l="l" t="t" r="r" b="b"/>
              <a:pathLst>
                <a:path w="6795" h="2948" extrusionOk="0">
                  <a:moveTo>
                    <a:pt x="3030" y="0"/>
                  </a:moveTo>
                  <a:cubicBezTo>
                    <a:pt x="2659" y="0"/>
                    <a:pt x="2304" y="165"/>
                    <a:pt x="2067" y="454"/>
                  </a:cubicBezTo>
                  <a:lnTo>
                    <a:pt x="0" y="2947"/>
                  </a:lnTo>
                  <a:lnTo>
                    <a:pt x="6794" y="2947"/>
                  </a:lnTo>
                  <a:lnTo>
                    <a:pt x="4725" y="454"/>
                  </a:lnTo>
                  <a:cubicBezTo>
                    <a:pt x="4489" y="168"/>
                    <a:pt x="4134" y="0"/>
                    <a:pt x="37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94"/>
            <p:cNvSpPr/>
            <p:nvPr/>
          </p:nvSpPr>
          <p:spPr>
            <a:xfrm>
              <a:off x="8137641" y="0"/>
              <a:ext cx="4350" cy="677677"/>
            </a:xfrm>
            <a:custGeom>
              <a:avLst/>
              <a:gdLst/>
              <a:ahLst/>
              <a:cxnLst/>
              <a:rect l="l" t="t" r="r" b="b"/>
              <a:pathLst>
                <a:path w="1" h="4194" fill="none" extrusionOk="0">
                  <a:moveTo>
                    <a:pt x="1" y="419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1" name="Google Shape;3601;p94"/>
          <p:cNvGrpSpPr/>
          <p:nvPr/>
        </p:nvGrpSpPr>
        <p:grpSpPr>
          <a:xfrm>
            <a:off x="6922932" y="3372432"/>
            <a:ext cx="1900287" cy="1441700"/>
            <a:chOff x="7036225" y="3232979"/>
            <a:chExt cx="1813251" cy="1375668"/>
          </a:xfrm>
        </p:grpSpPr>
        <p:sp>
          <p:nvSpPr>
            <p:cNvPr id="3602" name="Google Shape;3602;p94"/>
            <p:cNvSpPr/>
            <p:nvPr/>
          </p:nvSpPr>
          <p:spPr>
            <a:xfrm>
              <a:off x="7036225" y="3232979"/>
              <a:ext cx="1813251" cy="82759"/>
            </a:xfrm>
            <a:custGeom>
              <a:avLst/>
              <a:gdLst/>
              <a:ahLst/>
              <a:cxnLst/>
              <a:rect l="l" t="t" r="r" b="b"/>
              <a:pathLst>
                <a:path w="9728" h="444" extrusionOk="0">
                  <a:moveTo>
                    <a:pt x="0" y="0"/>
                  </a:moveTo>
                  <a:lnTo>
                    <a:pt x="0" y="443"/>
                  </a:lnTo>
                  <a:lnTo>
                    <a:pt x="9727" y="443"/>
                  </a:lnTo>
                  <a:lnTo>
                    <a:pt x="9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94"/>
            <p:cNvSpPr/>
            <p:nvPr/>
          </p:nvSpPr>
          <p:spPr>
            <a:xfrm>
              <a:off x="7108920" y="3317488"/>
              <a:ext cx="98789" cy="1291158"/>
            </a:xfrm>
            <a:custGeom>
              <a:avLst/>
              <a:gdLst/>
              <a:ahLst/>
              <a:cxnLst/>
              <a:rect l="l" t="t" r="r" b="b"/>
              <a:pathLst>
                <a:path w="530" h="6927" extrusionOk="0">
                  <a:moveTo>
                    <a:pt x="1" y="1"/>
                  </a:moveTo>
                  <a:lnTo>
                    <a:pt x="1" y="6927"/>
                  </a:lnTo>
                  <a:lnTo>
                    <a:pt x="529" y="6927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94"/>
            <p:cNvSpPr/>
            <p:nvPr/>
          </p:nvSpPr>
          <p:spPr>
            <a:xfrm>
              <a:off x="8686768" y="3317488"/>
              <a:ext cx="98603" cy="1291158"/>
            </a:xfrm>
            <a:custGeom>
              <a:avLst/>
              <a:gdLst/>
              <a:ahLst/>
              <a:cxnLst/>
              <a:rect l="l" t="t" r="r" b="b"/>
              <a:pathLst>
                <a:path w="529" h="6927" extrusionOk="0">
                  <a:moveTo>
                    <a:pt x="0" y="1"/>
                  </a:moveTo>
                  <a:lnTo>
                    <a:pt x="0" y="6927"/>
                  </a:lnTo>
                  <a:lnTo>
                    <a:pt x="528" y="6927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94"/>
            <p:cNvSpPr/>
            <p:nvPr/>
          </p:nvSpPr>
          <p:spPr>
            <a:xfrm>
              <a:off x="7206405" y="3317488"/>
              <a:ext cx="1480535" cy="246973"/>
            </a:xfrm>
            <a:custGeom>
              <a:avLst/>
              <a:gdLst/>
              <a:ahLst/>
              <a:cxnLst/>
              <a:rect l="l" t="t" r="r" b="b"/>
              <a:pathLst>
                <a:path w="7943" h="1325" extrusionOk="0">
                  <a:moveTo>
                    <a:pt x="1" y="1"/>
                  </a:moveTo>
                  <a:lnTo>
                    <a:pt x="1" y="1324"/>
                  </a:lnTo>
                  <a:lnTo>
                    <a:pt x="7942" y="1324"/>
                  </a:lnTo>
                  <a:lnTo>
                    <a:pt x="7942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94"/>
            <p:cNvSpPr/>
            <p:nvPr/>
          </p:nvSpPr>
          <p:spPr>
            <a:xfrm>
              <a:off x="7296248" y="3352344"/>
              <a:ext cx="625355" cy="166824"/>
            </a:xfrm>
            <a:custGeom>
              <a:avLst/>
              <a:gdLst/>
              <a:ahLst/>
              <a:cxnLst/>
              <a:rect l="l" t="t" r="r" b="b"/>
              <a:pathLst>
                <a:path w="3355" h="895" extrusionOk="0">
                  <a:moveTo>
                    <a:pt x="0" y="1"/>
                  </a:moveTo>
                  <a:lnTo>
                    <a:pt x="0" y="895"/>
                  </a:lnTo>
                  <a:lnTo>
                    <a:pt x="3355" y="895"/>
                  </a:lnTo>
                  <a:lnTo>
                    <a:pt x="33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94"/>
            <p:cNvSpPr/>
            <p:nvPr/>
          </p:nvSpPr>
          <p:spPr>
            <a:xfrm>
              <a:off x="7578826" y="3405652"/>
              <a:ext cx="59087" cy="60765"/>
            </a:xfrm>
            <a:custGeom>
              <a:avLst/>
              <a:gdLst/>
              <a:ahLst/>
              <a:cxnLst/>
              <a:rect l="l" t="t" r="r" b="b"/>
              <a:pathLst>
                <a:path w="317" h="326" extrusionOk="0">
                  <a:moveTo>
                    <a:pt x="160" y="1"/>
                  </a:moveTo>
                  <a:cubicBezTo>
                    <a:pt x="72" y="1"/>
                    <a:pt x="0" y="72"/>
                    <a:pt x="0" y="163"/>
                  </a:cubicBezTo>
                  <a:cubicBezTo>
                    <a:pt x="0" y="251"/>
                    <a:pt x="72" y="326"/>
                    <a:pt x="160" y="326"/>
                  </a:cubicBezTo>
                  <a:cubicBezTo>
                    <a:pt x="248" y="326"/>
                    <a:pt x="317" y="251"/>
                    <a:pt x="317" y="163"/>
                  </a:cubicBezTo>
                  <a:cubicBezTo>
                    <a:pt x="317" y="72"/>
                    <a:pt x="248" y="1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94"/>
            <p:cNvSpPr/>
            <p:nvPr/>
          </p:nvSpPr>
          <p:spPr>
            <a:xfrm>
              <a:off x="7963921" y="3352344"/>
              <a:ext cx="624982" cy="166824"/>
            </a:xfrm>
            <a:custGeom>
              <a:avLst/>
              <a:gdLst/>
              <a:ahLst/>
              <a:cxnLst/>
              <a:rect l="l" t="t" r="r" b="b"/>
              <a:pathLst>
                <a:path w="3353" h="895" extrusionOk="0">
                  <a:moveTo>
                    <a:pt x="1" y="1"/>
                  </a:moveTo>
                  <a:lnTo>
                    <a:pt x="1" y="895"/>
                  </a:lnTo>
                  <a:lnTo>
                    <a:pt x="3353" y="895"/>
                  </a:lnTo>
                  <a:lnTo>
                    <a:pt x="33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94"/>
            <p:cNvSpPr/>
            <p:nvPr/>
          </p:nvSpPr>
          <p:spPr>
            <a:xfrm>
              <a:off x="8247058" y="3405652"/>
              <a:ext cx="59274" cy="60765"/>
            </a:xfrm>
            <a:custGeom>
              <a:avLst/>
              <a:gdLst/>
              <a:ahLst/>
              <a:cxnLst/>
              <a:rect l="l" t="t" r="r" b="b"/>
              <a:pathLst>
                <a:path w="318" h="326" extrusionOk="0">
                  <a:moveTo>
                    <a:pt x="158" y="1"/>
                  </a:moveTo>
                  <a:cubicBezTo>
                    <a:pt x="72" y="1"/>
                    <a:pt x="1" y="72"/>
                    <a:pt x="1" y="163"/>
                  </a:cubicBezTo>
                  <a:cubicBezTo>
                    <a:pt x="1" y="251"/>
                    <a:pt x="72" y="326"/>
                    <a:pt x="158" y="326"/>
                  </a:cubicBezTo>
                  <a:cubicBezTo>
                    <a:pt x="246" y="326"/>
                    <a:pt x="317" y="251"/>
                    <a:pt x="317" y="163"/>
                  </a:cubicBezTo>
                  <a:cubicBezTo>
                    <a:pt x="317" y="72"/>
                    <a:pt x="246" y="1"/>
                    <a:pt x="15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0" name="Google Shape;3610;p94"/>
          <p:cNvGrpSpPr/>
          <p:nvPr/>
        </p:nvGrpSpPr>
        <p:grpSpPr>
          <a:xfrm>
            <a:off x="7148096" y="2405109"/>
            <a:ext cx="1449958" cy="965248"/>
            <a:chOff x="11201183" y="2019450"/>
            <a:chExt cx="1127757" cy="750756"/>
          </a:xfrm>
        </p:grpSpPr>
        <p:sp>
          <p:nvSpPr>
            <p:cNvPr id="3611" name="Google Shape;3611;p94"/>
            <p:cNvSpPr/>
            <p:nvPr/>
          </p:nvSpPr>
          <p:spPr>
            <a:xfrm>
              <a:off x="11702985" y="2560805"/>
              <a:ext cx="125449" cy="209082"/>
            </a:xfrm>
            <a:custGeom>
              <a:avLst/>
              <a:gdLst/>
              <a:ahLst/>
              <a:cxnLst/>
              <a:rect l="l" t="t" r="r" b="b"/>
              <a:pathLst>
                <a:path w="780" h="1300" extrusionOk="0">
                  <a:moveTo>
                    <a:pt x="0" y="0"/>
                  </a:moveTo>
                  <a:lnTo>
                    <a:pt x="0" y="1299"/>
                  </a:lnTo>
                  <a:lnTo>
                    <a:pt x="779" y="1299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94"/>
            <p:cNvSpPr/>
            <p:nvPr/>
          </p:nvSpPr>
          <p:spPr>
            <a:xfrm>
              <a:off x="11654252" y="2748816"/>
              <a:ext cx="222431" cy="21391"/>
            </a:xfrm>
            <a:custGeom>
              <a:avLst/>
              <a:gdLst/>
              <a:ahLst/>
              <a:cxnLst/>
              <a:rect l="l" t="t" r="r" b="b"/>
              <a:pathLst>
                <a:path w="1383" h="133" extrusionOk="0">
                  <a:moveTo>
                    <a:pt x="1" y="1"/>
                  </a:moveTo>
                  <a:lnTo>
                    <a:pt x="1" y="133"/>
                  </a:lnTo>
                  <a:lnTo>
                    <a:pt x="1382" y="133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94"/>
            <p:cNvSpPr/>
            <p:nvPr/>
          </p:nvSpPr>
          <p:spPr>
            <a:xfrm>
              <a:off x="11702985" y="2560805"/>
              <a:ext cx="125449" cy="209082"/>
            </a:xfrm>
            <a:custGeom>
              <a:avLst/>
              <a:gdLst/>
              <a:ahLst/>
              <a:cxnLst/>
              <a:rect l="l" t="t" r="r" b="b"/>
              <a:pathLst>
                <a:path w="780" h="1300" extrusionOk="0">
                  <a:moveTo>
                    <a:pt x="0" y="0"/>
                  </a:moveTo>
                  <a:lnTo>
                    <a:pt x="0" y="1299"/>
                  </a:lnTo>
                  <a:lnTo>
                    <a:pt x="779" y="1299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94"/>
            <p:cNvSpPr/>
            <p:nvPr/>
          </p:nvSpPr>
          <p:spPr>
            <a:xfrm>
              <a:off x="11654252" y="2748816"/>
              <a:ext cx="222431" cy="21391"/>
            </a:xfrm>
            <a:custGeom>
              <a:avLst/>
              <a:gdLst/>
              <a:ahLst/>
              <a:cxnLst/>
              <a:rect l="l" t="t" r="r" b="b"/>
              <a:pathLst>
                <a:path w="1383" h="133" extrusionOk="0">
                  <a:moveTo>
                    <a:pt x="1" y="1"/>
                  </a:moveTo>
                  <a:lnTo>
                    <a:pt x="1" y="133"/>
                  </a:lnTo>
                  <a:lnTo>
                    <a:pt x="1382" y="133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94"/>
            <p:cNvSpPr/>
            <p:nvPr/>
          </p:nvSpPr>
          <p:spPr>
            <a:xfrm>
              <a:off x="11201183" y="2019450"/>
              <a:ext cx="1127757" cy="637540"/>
            </a:xfrm>
            <a:custGeom>
              <a:avLst/>
              <a:gdLst/>
              <a:ahLst/>
              <a:cxnLst/>
              <a:rect l="l" t="t" r="r" b="b"/>
              <a:pathLst>
                <a:path w="7012" h="3964" extrusionOk="0">
                  <a:moveTo>
                    <a:pt x="173" y="1"/>
                  </a:moveTo>
                  <a:cubicBezTo>
                    <a:pt x="80" y="1"/>
                    <a:pt x="0" y="75"/>
                    <a:pt x="0" y="172"/>
                  </a:cubicBezTo>
                  <a:lnTo>
                    <a:pt x="0" y="3790"/>
                  </a:lnTo>
                  <a:cubicBezTo>
                    <a:pt x="0" y="3884"/>
                    <a:pt x="77" y="3963"/>
                    <a:pt x="173" y="3963"/>
                  </a:cubicBezTo>
                  <a:lnTo>
                    <a:pt x="6838" y="3963"/>
                  </a:lnTo>
                  <a:cubicBezTo>
                    <a:pt x="6932" y="3963"/>
                    <a:pt x="7011" y="3886"/>
                    <a:pt x="7011" y="3790"/>
                  </a:cubicBezTo>
                  <a:lnTo>
                    <a:pt x="7011" y="172"/>
                  </a:lnTo>
                  <a:cubicBezTo>
                    <a:pt x="7011" y="78"/>
                    <a:pt x="6937" y="1"/>
                    <a:pt x="6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94"/>
            <p:cNvSpPr/>
            <p:nvPr/>
          </p:nvSpPr>
          <p:spPr>
            <a:xfrm>
              <a:off x="11231259" y="2048721"/>
              <a:ext cx="1068410" cy="556480"/>
            </a:xfrm>
            <a:custGeom>
              <a:avLst/>
              <a:gdLst/>
              <a:ahLst/>
              <a:cxnLst/>
              <a:rect l="l" t="t" r="r" b="b"/>
              <a:pathLst>
                <a:path w="6643" h="3460" extrusionOk="0">
                  <a:moveTo>
                    <a:pt x="0" y="1"/>
                  </a:moveTo>
                  <a:lnTo>
                    <a:pt x="0" y="3459"/>
                  </a:lnTo>
                  <a:lnTo>
                    <a:pt x="6643" y="3459"/>
                  </a:lnTo>
                  <a:lnTo>
                    <a:pt x="66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94"/>
            <p:cNvSpPr/>
            <p:nvPr/>
          </p:nvSpPr>
          <p:spPr>
            <a:xfrm>
              <a:off x="11747375" y="2619187"/>
              <a:ext cx="34901" cy="26216"/>
            </a:xfrm>
            <a:custGeom>
              <a:avLst/>
              <a:gdLst/>
              <a:ahLst/>
              <a:cxnLst/>
              <a:rect l="l" t="t" r="r" b="b"/>
              <a:pathLst>
                <a:path w="217" h="163" extrusionOk="0">
                  <a:moveTo>
                    <a:pt x="110" y="1"/>
                  </a:moveTo>
                  <a:cubicBezTo>
                    <a:pt x="47" y="1"/>
                    <a:pt x="0" y="68"/>
                    <a:pt x="44" y="133"/>
                  </a:cubicBezTo>
                  <a:cubicBezTo>
                    <a:pt x="49" y="141"/>
                    <a:pt x="55" y="144"/>
                    <a:pt x="57" y="146"/>
                  </a:cubicBezTo>
                  <a:cubicBezTo>
                    <a:pt x="75" y="158"/>
                    <a:pt x="93" y="162"/>
                    <a:pt x="110" y="162"/>
                  </a:cubicBezTo>
                  <a:cubicBezTo>
                    <a:pt x="171" y="162"/>
                    <a:pt x="217" y="96"/>
                    <a:pt x="176" y="31"/>
                  </a:cubicBezTo>
                  <a:cubicBezTo>
                    <a:pt x="173" y="23"/>
                    <a:pt x="170" y="20"/>
                    <a:pt x="162" y="17"/>
                  </a:cubicBezTo>
                  <a:cubicBezTo>
                    <a:pt x="144" y="6"/>
                    <a:pt x="126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8" name="Google Shape;3618;p94"/>
          <p:cNvGrpSpPr/>
          <p:nvPr/>
        </p:nvGrpSpPr>
        <p:grpSpPr>
          <a:xfrm>
            <a:off x="568488" y="2633810"/>
            <a:ext cx="1552334" cy="2180324"/>
            <a:chOff x="568488" y="2422235"/>
            <a:chExt cx="1552334" cy="2180324"/>
          </a:xfrm>
        </p:grpSpPr>
        <p:sp>
          <p:nvSpPr>
            <p:cNvPr id="3619" name="Google Shape;3619;p94"/>
            <p:cNvSpPr/>
            <p:nvPr/>
          </p:nvSpPr>
          <p:spPr>
            <a:xfrm>
              <a:off x="686029" y="2422235"/>
              <a:ext cx="973600" cy="1048104"/>
            </a:xfrm>
            <a:custGeom>
              <a:avLst/>
              <a:gdLst/>
              <a:ahLst/>
              <a:cxnLst/>
              <a:rect l="l" t="t" r="r" b="b"/>
              <a:pathLst>
                <a:path w="5972" h="6429" extrusionOk="0">
                  <a:moveTo>
                    <a:pt x="586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6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5" y="5887"/>
                  </a:lnTo>
                  <a:cubicBezTo>
                    <a:pt x="1426" y="6198"/>
                    <a:pt x="1684" y="6429"/>
                    <a:pt x="1992" y="6429"/>
                  </a:cubicBezTo>
                  <a:lnTo>
                    <a:pt x="5333" y="6429"/>
                  </a:lnTo>
                  <a:cubicBezTo>
                    <a:pt x="5335" y="6429"/>
                    <a:pt x="5336" y="6429"/>
                    <a:pt x="5338" y="6429"/>
                  </a:cubicBezTo>
                  <a:cubicBezTo>
                    <a:pt x="5696" y="6429"/>
                    <a:pt x="5971" y="6119"/>
                    <a:pt x="5936" y="5765"/>
                  </a:cubicBezTo>
                  <a:lnTo>
                    <a:pt x="5732" y="3751"/>
                  </a:lnTo>
                  <a:cubicBezTo>
                    <a:pt x="5677" y="3206"/>
                    <a:pt x="5539" y="2675"/>
                    <a:pt x="5325" y="2172"/>
                  </a:cubicBezTo>
                  <a:lnTo>
                    <a:pt x="4524" y="298"/>
                  </a:lnTo>
                  <a:cubicBezTo>
                    <a:pt x="4450" y="119"/>
                    <a:pt x="4271" y="1"/>
                    <a:pt x="4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94"/>
            <p:cNvSpPr/>
            <p:nvPr/>
          </p:nvSpPr>
          <p:spPr>
            <a:xfrm>
              <a:off x="568487" y="2422235"/>
              <a:ext cx="973111" cy="1048104"/>
            </a:xfrm>
            <a:custGeom>
              <a:avLst/>
              <a:gdLst/>
              <a:ahLst/>
              <a:cxnLst/>
              <a:rect l="l" t="t" r="r" b="b"/>
              <a:pathLst>
                <a:path w="5969" h="6429" extrusionOk="0">
                  <a:moveTo>
                    <a:pt x="584" y="1"/>
                  </a:moveTo>
                  <a:cubicBezTo>
                    <a:pt x="234" y="1"/>
                    <a:pt x="0" y="358"/>
                    <a:pt x="138" y="683"/>
                  </a:cubicBezTo>
                  <a:lnTo>
                    <a:pt x="773" y="2172"/>
                  </a:lnTo>
                  <a:cubicBezTo>
                    <a:pt x="991" y="2675"/>
                    <a:pt x="1126" y="3206"/>
                    <a:pt x="1181" y="3751"/>
                  </a:cubicBezTo>
                  <a:lnTo>
                    <a:pt x="1393" y="5887"/>
                  </a:lnTo>
                  <a:cubicBezTo>
                    <a:pt x="1423" y="6198"/>
                    <a:pt x="1682" y="6429"/>
                    <a:pt x="1993" y="6429"/>
                  </a:cubicBezTo>
                  <a:lnTo>
                    <a:pt x="5330" y="6429"/>
                  </a:lnTo>
                  <a:cubicBezTo>
                    <a:pt x="5332" y="6429"/>
                    <a:pt x="5333" y="6429"/>
                    <a:pt x="5335" y="6429"/>
                  </a:cubicBezTo>
                  <a:cubicBezTo>
                    <a:pt x="5691" y="6429"/>
                    <a:pt x="5969" y="6119"/>
                    <a:pt x="5933" y="5765"/>
                  </a:cubicBezTo>
                  <a:lnTo>
                    <a:pt x="5729" y="3751"/>
                  </a:lnTo>
                  <a:cubicBezTo>
                    <a:pt x="5674" y="3206"/>
                    <a:pt x="5537" y="2675"/>
                    <a:pt x="5325" y="2172"/>
                  </a:cubicBezTo>
                  <a:lnTo>
                    <a:pt x="4524" y="298"/>
                  </a:lnTo>
                  <a:cubicBezTo>
                    <a:pt x="4447" y="119"/>
                    <a:pt x="4268" y="1"/>
                    <a:pt x="40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94"/>
            <p:cNvSpPr/>
            <p:nvPr/>
          </p:nvSpPr>
          <p:spPr>
            <a:xfrm>
              <a:off x="808950" y="3470662"/>
              <a:ext cx="1257594" cy="187645"/>
            </a:xfrm>
            <a:custGeom>
              <a:avLst/>
              <a:gdLst/>
              <a:ahLst/>
              <a:cxnLst/>
              <a:rect l="l" t="t" r="r" b="b"/>
              <a:pathLst>
                <a:path w="7714" h="1151" extrusionOk="0">
                  <a:moveTo>
                    <a:pt x="259" y="0"/>
                  </a:moveTo>
                  <a:cubicBezTo>
                    <a:pt x="116" y="0"/>
                    <a:pt x="0" y="113"/>
                    <a:pt x="0" y="256"/>
                  </a:cubicBezTo>
                  <a:lnTo>
                    <a:pt x="0" y="471"/>
                  </a:lnTo>
                  <a:cubicBezTo>
                    <a:pt x="0" y="845"/>
                    <a:pt x="306" y="1151"/>
                    <a:pt x="683" y="1151"/>
                  </a:cubicBezTo>
                  <a:lnTo>
                    <a:pt x="7031" y="1151"/>
                  </a:lnTo>
                  <a:cubicBezTo>
                    <a:pt x="7405" y="1151"/>
                    <a:pt x="7713" y="845"/>
                    <a:pt x="7713" y="471"/>
                  </a:cubicBezTo>
                  <a:lnTo>
                    <a:pt x="7713" y="256"/>
                  </a:lnTo>
                  <a:cubicBezTo>
                    <a:pt x="7713" y="113"/>
                    <a:pt x="7598" y="0"/>
                    <a:pt x="7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94"/>
            <p:cNvSpPr/>
            <p:nvPr/>
          </p:nvSpPr>
          <p:spPr>
            <a:xfrm>
              <a:off x="1767050" y="3163845"/>
              <a:ext cx="211936" cy="507016"/>
            </a:xfrm>
            <a:custGeom>
              <a:avLst/>
              <a:gdLst/>
              <a:ahLst/>
              <a:cxnLst/>
              <a:rect l="l" t="t" r="r" b="b"/>
              <a:pathLst>
                <a:path w="1300" h="3110" extrusionOk="0">
                  <a:moveTo>
                    <a:pt x="942" y="0"/>
                  </a:moveTo>
                  <a:lnTo>
                    <a:pt x="1" y="3110"/>
                  </a:lnTo>
                  <a:lnTo>
                    <a:pt x="359" y="311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94"/>
            <p:cNvSpPr/>
            <p:nvPr/>
          </p:nvSpPr>
          <p:spPr>
            <a:xfrm>
              <a:off x="1580060" y="3089831"/>
              <a:ext cx="540762" cy="74178"/>
            </a:xfrm>
            <a:custGeom>
              <a:avLst/>
              <a:gdLst/>
              <a:ahLst/>
              <a:cxnLst/>
              <a:rect l="l" t="t" r="r" b="b"/>
              <a:pathLst>
                <a:path w="3317" h="455" extrusionOk="0">
                  <a:moveTo>
                    <a:pt x="226" y="0"/>
                  </a:moveTo>
                  <a:cubicBezTo>
                    <a:pt x="102" y="0"/>
                    <a:pt x="0" y="102"/>
                    <a:pt x="0" y="226"/>
                  </a:cubicBezTo>
                  <a:cubicBezTo>
                    <a:pt x="0" y="350"/>
                    <a:pt x="102" y="454"/>
                    <a:pt x="226" y="454"/>
                  </a:cubicBezTo>
                  <a:lnTo>
                    <a:pt x="3316" y="454"/>
                  </a:lnTo>
                  <a:cubicBezTo>
                    <a:pt x="3316" y="204"/>
                    <a:pt x="3113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94"/>
            <p:cNvSpPr/>
            <p:nvPr/>
          </p:nvSpPr>
          <p:spPr>
            <a:xfrm>
              <a:off x="1031479" y="3658143"/>
              <a:ext cx="826875" cy="60320"/>
            </a:xfrm>
            <a:custGeom>
              <a:avLst/>
              <a:gdLst/>
              <a:ahLst/>
              <a:cxnLst/>
              <a:rect l="l" t="t" r="r" b="b"/>
              <a:pathLst>
                <a:path w="5072" h="370" extrusionOk="0">
                  <a:moveTo>
                    <a:pt x="0" y="1"/>
                  </a:moveTo>
                  <a:cubicBezTo>
                    <a:pt x="0" y="204"/>
                    <a:pt x="165" y="369"/>
                    <a:pt x="369" y="369"/>
                  </a:cubicBezTo>
                  <a:lnTo>
                    <a:pt x="4703" y="369"/>
                  </a:lnTo>
                  <a:cubicBezTo>
                    <a:pt x="4906" y="369"/>
                    <a:pt x="5071" y="204"/>
                    <a:pt x="5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94"/>
            <p:cNvSpPr/>
            <p:nvPr/>
          </p:nvSpPr>
          <p:spPr>
            <a:xfrm>
              <a:off x="1375952" y="3718300"/>
              <a:ext cx="137921" cy="692704"/>
            </a:xfrm>
            <a:custGeom>
              <a:avLst/>
              <a:gdLst/>
              <a:ahLst/>
              <a:cxnLst/>
              <a:rect l="l" t="t" r="r" b="b"/>
              <a:pathLst>
                <a:path w="846" h="4249" extrusionOk="0">
                  <a:moveTo>
                    <a:pt x="0" y="0"/>
                  </a:moveTo>
                  <a:lnTo>
                    <a:pt x="0" y="4249"/>
                  </a:lnTo>
                  <a:lnTo>
                    <a:pt x="845" y="4249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94"/>
            <p:cNvSpPr/>
            <p:nvPr/>
          </p:nvSpPr>
          <p:spPr>
            <a:xfrm>
              <a:off x="1060498" y="4332912"/>
              <a:ext cx="766881" cy="96512"/>
            </a:xfrm>
            <a:custGeom>
              <a:avLst/>
              <a:gdLst/>
              <a:ahLst/>
              <a:cxnLst/>
              <a:rect l="l" t="t" r="r" b="b"/>
              <a:pathLst>
                <a:path w="4704" h="592" extrusionOk="0">
                  <a:moveTo>
                    <a:pt x="593" y="0"/>
                  </a:moveTo>
                  <a:cubicBezTo>
                    <a:pt x="268" y="0"/>
                    <a:pt x="1" y="264"/>
                    <a:pt x="1" y="592"/>
                  </a:cubicBezTo>
                  <a:lnTo>
                    <a:pt x="4704" y="592"/>
                  </a:lnTo>
                  <a:cubicBezTo>
                    <a:pt x="4704" y="264"/>
                    <a:pt x="4439" y="0"/>
                    <a:pt x="4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94"/>
            <p:cNvSpPr/>
            <p:nvPr/>
          </p:nvSpPr>
          <p:spPr>
            <a:xfrm>
              <a:off x="988278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94"/>
            <p:cNvSpPr/>
            <p:nvPr/>
          </p:nvSpPr>
          <p:spPr>
            <a:xfrm>
              <a:off x="1782374" y="4429261"/>
              <a:ext cx="119010" cy="173298"/>
            </a:xfrm>
            <a:custGeom>
              <a:avLst/>
              <a:gdLst/>
              <a:ahLst/>
              <a:cxnLst/>
              <a:rect l="l" t="t" r="r" b="b"/>
              <a:pathLst>
                <a:path w="730" h="1063" extrusionOk="0">
                  <a:moveTo>
                    <a:pt x="0" y="1"/>
                  </a:moveTo>
                  <a:lnTo>
                    <a:pt x="0" y="700"/>
                  </a:lnTo>
                  <a:cubicBezTo>
                    <a:pt x="0" y="898"/>
                    <a:pt x="163" y="1063"/>
                    <a:pt x="366" y="1063"/>
                  </a:cubicBezTo>
                  <a:cubicBezTo>
                    <a:pt x="565" y="1063"/>
                    <a:pt x="730" y="903"/>
                    <a:pt x="730" y="700"/>
                  </a:cubicBezTo>
                  <a:cubicBezTo>
                    <a:pt x="730" y="499"/>
                    <a:pt x="567" y="334"/>
                    <a:pt x="366" y="334"/>
                  </a:cubicBezTo>
                  <a:cubicBezTo>
                    <a:pt x="342" y="334"/>
                    <a:pt x="314" y="334"/>
                    <a:pt x="289" y="34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94"/>
            <p:cNvSpPr/>
            <p:nvPr/>
          </p:nvSpPr>
          <p:spPr>
            <a:xfrm>
              <a:off x="1340412" y="4429261"/>
              <a:ext cx="119173" cy="173298"/>
            </a:xfrm>
            <a:custGeom>
              <a:avLst/>
              <a:gdLst/>
              <a:ahLst/>
              <a:cxnLst/>
              <a:rect l="l" t="t" r="r" b="b"/>
              <a:pathLst>
                <a:path w="731" h="1063" extrusionOk="0">
                  <a:moveTo>
                    <a:pt x="441" y="1"/>
                  </a:moveTo>
                  <a:lnTo>
                    <a:pt x="441" y="342"/>
                  </a:lnTo>
                  <a:cubicBezTo>
                    <a:pt x="416" y="334"/>
                    <a:pt x="389" y="334"/>
                    <a:pt x="367" y="334"/>
                  </a:cubicBezTo>
                  <a:cubicBezTo>
                    <a:pt x="163" y="334"/>
                    <a:pt x="1" y="499"/>
                    <a:pt x="1" y="700"/>
                  </a:cubicBezTo>
                  <a:cubicBezTo>
                    <a:pt x="1" y="903"/>
                    <a:pt x="166" y="1063"/>
                    <a:pt x="367" y="1063"/>
                  </a:cubicBezTo>
                  <a:cubicBezTo>
                    <a:pt x="565" y="1063"/>
                    <a:pt x="730" y="898"/>
                    <a:pt x="730" y="700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0" name="Google Shape;3630;p94"/>
          <p:cNvGrpSpPr/>
          <p:nvPr/>
        </p:nvGrpSpPr>
        <p:grpSpPr>
          <a:xfrm>
            <a:off x="162258" y="3904970"/>
            <a:ext cx="677202" cy="909152"/>
            <a:chOff x="4504350" y="3581675"/>
            <a:chExt cx="764854" cy="1026827"/>
          </a:xfrm>
        </p:grpSpPr>
        <p:sp>
          <p:nvSpPr>
            <p:cNvPr id="3631" name="Google Shape;3631;p94"/>
            <p:cNvSpPr/>
            <p:nvPr/>
          </p:nvSpPr>
          <p:spPr>
            <a:xfrm>
              <a:off x="4504350" y="3581675"/>
              <a:ext cx="764854" cy="1026827"/>
            </a:xfrm>
            <a:custGeom>
              <a:avLst/>
              <a:gdLst/>
              <a:ahLst/>
              <a:cxnLst/>
              <a:rect l="l" t="t" r="r" b="b"/>
              <a:pathLst>
                <a:path w="7734" h="10383" extrusionOk="0">
                  <a:moveTo>
                    <a:pt x="3865" y="1"/>
                  </a:moveTo>
                  <a:cubicBezTo>
                    <a:pt x="1733" y="1"/>
                    <a:pt x="0" y="149"/>
                    <a:pt x="0" y="329"/>
                  </a:cubicBezTo>
                  <a:lnTo>
                    <a:pt x="704" y="10116"/>
                  </a:lnTo>
                  <a:cubicBezTo>
                    <a:pt x="704" y="10264"/>
                    <a:pt x="2122" y="10383"/>
                    <a:pt x="3865" y="10383"/>
                  </a:cubicBezTo>
                  <a:cubicBezTo>
                    <a:pt x="5612" y="10383"/>
                    <a:pt x="7030" y="10260"/>
                    <a:pt x="7030" y="10116"/>
                  </a:cubicBezTo>
                  <a:lnTo>
                    <a:pt x="7734" y="329"/>
                  </a:lnTo>
                  <a:cubicBezTo>
                    <a:pt x="7734" y="145"/>
                    <a:pt x="6002" y="1"/>
                    <a:pt x="3865" y="1"/>
                  </a:cubicBezTo>
                  <a:close/>
                </a:path>
              </a:pathLst>
            </a:custGeom>
            <a:solidFill>
              <a:srgbClr val="B7C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94"/>
            <p:cNvSpPr/>
            <p:nvPr/>
          </p:nvSpPr>
          <p:spPr>
            <a:xfrm>
              <a:off x="4523931" y="3589883"/>
              <a:ext cx="725296" cy="54689"/>
            </a:xfrm>
            <a:custGeom>
              <a:avLst/>
              <a:gdLst/>
              <a:ahLst/>
              <a:cxnLst/>
              <a:rect l="l" t="t" r="r" b="b"/>
              <a:pathLst>
                <a:path w="7334" h="553" extrusionOk="0">
                  <a:moveTo>
                    <a:pt x="3667" y="1"/>
                  </a:moveTo>
                  <a:cubicBezTo>
                    <a:pt x="1643" y="1"/>
                    <a:pt x="1" y="123"/>
                    <a:pt x="1" y="278"/>
                  </a:cubicBezTo>
                  <a:cubicBezTo>
                    <a:pt x="1" y="430"/>
                    <a:pt x="1643" y="553"/>
                    <a:pt x="3667" y="553"/>
                  </a:cubicBezTo>
                  <a:cubicBezTo>
                    <a:pt x="5696" y="553"/>
                    <a:pt x="7334" y="430"/>
                    <a:pt x="7334" y="278"/>
                  </a:cubicBezTo>
                  <a:cubicBezTo>
                    <a:pt x="7334" y="123"/>
                    <a:pt x="5696" y="1"/>
                    <a:pt x="3667" y="1"/>
                  </a:cubicBezTo>
                  <a:close/>
                </a:path>
              </a:pathLst>
            </a:custGeom>
            <a:solidFill>
              <a:srgbClr val="97A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2662733" y="3459163"/>
            <a:ext cx="3847795" cy="108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rgonomics in the Workplace Consulting Toolkit by Slidesgo">
  <a:themeElements>
    <a:clrScheme name="Simple Light">
      <a:dk1>
        <a:srgbClr val="353535"/>
      </a:dk1>
      <a:lt1>
        <a:srgbClr val="F3F3F3"/>
      </a:lt1>
      <a:dk2>
        <a:srgbClr val="7A7C7B"/>
      </a:dk2>
      <a:lt2>
        <a:srgbClr val="C6C6C6"/>
      </a:lt2>
      <a:accent1>
        <a:srgbClr val="DFDEFC"/>
      </a:accent1>
      <a:accent2>
        <a:srgbClr val="FFFFFF"/>
      </a:accent2>
      <a:accent3>
        <a:srgbClr val="B7CBAB"/>
      </a:accent3>
      <a:accent4>
        <a:srgbClr val="97AF87"/>
      </a:accent4>
      <a:accent5>
        <a:srgbClr val="AA8C74"/>
      </a:accent5>
      <a:accent6>
        <a:srgbClr val="997964"/>
      </a:accent6>
      <a:hlink>
        <a:srgbClr val="3535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413</Words>
  <Application>Microsoft Office PowerPoint</Application>
  <PresentationFormat>On-screen Show (16:9)</PresentationFormat>
  <Paragraphs>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Roboto</vt:lpstr>
      <vt:lpstr>Bebas Neue</vt:lpstr>
      <vt:lpstr>Arial</vt:lpstr>
      <vt:lpstr>Be Vietnam Pro Black</vt:lpstr>
      <vt:lpstr>Be Vietnam Pro</vt:lpstr>
      <vt:lpstr>Times New Roman</vt:lpstr>
      <vt:lpstr>Ergonomics in the Workplace Consulting Toolkit by Slidesgo</vt:lpstr>
      <vt:lpstr>Employee Productivity &amp; Work-Life Balance</vt:lpstr>
      <vt:lpstr>Group Members</vt:lpstr>
      <vt:lpstr>1</vt:lpstr>
      <vt:lpstr>PROBLEM STATEMENT</vt:lpstr>
      <vt:lpstr>Problem Statement</vt:lpstr>
      <vt:lpstr>Datasets Overview</vt:lpstr>
      <vt:lpstr>Datasets Overview</vt:lpstr>
      <vt:lpstr>Univariate Charts</vt:lpstr>
      <vt:lpstr>Univariate Charts</vt:lpstr>
      <vt:lpstr>Univariate Charts</vt:lpstr>
      <vt:lpstr>04</vt:lpstr>
      <vt:lpstr>Bivariate Charts</vt:lpstr>
      <vt:lpstr>Bivariate Charts</vt:lpstr>
      <vt:lpstr>05</vt:lpstr>
      <vt:lpstr>Multivariate Charts</vt:lpstr>
      <vt:lpstr>Multivariate Charts</vt:lpstr>
      <vt:lpstr>Conclusion &amp; References</vt:lpstr>
      <vt:lpstr>Conclusion</vt:lpstr>
      <vt:lpstr>References</vt:lpstr>
      <vt:lpstr>THANKOOO!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Productivity &amp; Work-Life Balance</dc:title>
  <dc:creator>Junaid Ahmad</dc:creator>
  <cp:lastModifiedBy>Muhammad Ibrar/Dy. Chief Accountant/Fin&amp;Accts/OGDCL</cp:lastModifiedBy>
  <cp:revision>13</cp:revision>
  <dcterms:modified xsi:type="dcterms:W3CDTF">2025-09-17T07:26:35Z</dcterms:modified>
</cp:coreProperties>
</file>